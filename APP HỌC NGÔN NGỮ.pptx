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19"/>
  </p:notesMasterIdLst>
  <p:sldIdLst>
    <p:sldId id="256" r:id="rId2"/>
    <p:sldId id="290" r:id="rId3"/>
    <p:sldId id="412" r:id="rId4"/>
    <p:sldId id="414" r:id="rId5"/>
    <p:sldId id="426" r:id="rId6"/>
    <p:sldId id="413" r:id="rId7"/>
    <p:sldId id="420" r:id="rId8"/>
    <p:sldId id="416" r:id="rId9"/>
    <p:sldId id="417" r:id="rId10"/>
    <p:sldId id="418" r:id="rId11"/>
    <p:sldId id="419" r:id="rId12"/>
    <p:sldId id="421" r:id="rId13"/>
    <p:sldId id="422" r:id="rId14"/>
    <p:sldId id="423" r:id="rId15"/>
    <p:sldId id="424" r:id="rId16"/>
    <p:sldId id="415" r:id="rId17"/>
    <p:sldId id="425" r:id="rId18"/>
  </p:sldIdLst>
  <p:sldSz cx="9144000" cy="5143500" type="screen16x9"/>
  <p:notesSz cx="6858000" cy="9144000"/>
  <p:embeddedFontLst>
    <p:embeddedFont>
      <p:font typeface="Fira Sans Extra Condensed" panose="020B0503050000020004" pitchFamily="34" charset="0"/>
      <p:regular r:id="rId20"/>
      <p:bold r:id="rId21"/>
      <p:italic r:id="rId22"/>
      <p:boldItalic r:id="rId23"/>
    </p:embeddedFont>
    <p:embeddedFont>
      <p:font typeface="iCielBC Cubano Normal" panose="020B0604020202020204" charset="0"/>
      <p:regular r:id="rId24"/>
    </p:embeddedFont>
    <p:embeddedFont>
      <p:font typeface="Roboto" panose="02000000000000000000" pitchFamily="2"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INTRO" id="{523D4ABD-9875-4623-BEE0-B824B56153BF}">
          <p14:sldIdLst>
            <p14:sldId id="256"/>
            <p14:sldId id="290"/>
            <p14:sldId id="412"/>
            <p14:sldId id="414"/>
            <p14:sldId id="426"/>
            <p14:sldId id="413"/>
            <p14:sldId id="420"/>
            <p14:sldId id="416"/>
            <p14:sldId id="417"/>
            <p14:sldId id="418"/>
            <p14:sldId id="419"/>
            <p14:sldId id="421"/>
            <p14:sldId id="422"/>
            <p14:sldId id="423"/>
            <p14:sldId id="424"/>
            <p14:sldId id="415"/>
            <p14:sldId id="425"/>
          </p14:sldIdLst>
        </p14:section>
      </p14:sectionLst>
    </p:ext>
    <p:ext uri="{EFAFB233-063F-42B5-8137-9DF3F51BA10A}">
      <p15:sldGuideLst xmlns:p15="http://schemas.microsoft.com/office/powerpoint/2012/main">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B20C"/>
    <a:srgbClr val="FF6D2F"/>
    <a:srgbClr val="165C7F"/>
    <a:srgbClr val="EF292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1E31EB9-30BE-43DD-8A44-13370BD9F292}">
  <a:tblStyle styleId="{B1E31EB9-30BE-43DD-8A44-13370BD9F29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5" autoAdjust="0"/>
    <p:restoredTop sz="94660"/>
  </p:normalViewPr>
  <p:slideViewPr>
    <p:cSldViewPr snapToGrid="0">
      <p:cViewPr varScale="1">
        <p:scale>
          <a:sx n="107" d="100"/>
          <a:sy n="107" d="100"/>
        </p:scale>
        <p:origin x="691"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772100" y="1176600"/>
            <a:ext cx="3914700" cy="2308200"/>
          </a:xfrm>
          <a:prstGeom prst="rect">
            <a:avLst/>
          </a:prstGeom>
        </p:spPr>
        <p:txBody>
          <a:bodyPr spcFirstLastPara="1" wrap="square" lIns="91425" tIns="91425" rIns="91425" bIns="91425" anchor="b" anchorCtr="0">
            <a:noAutofit/>
          </a:bodyPr>
          <a:lstStyle>
            <a:lvl1pPr lvl="0" algn="r">
              <a:spcBef>
                <a:spcPts val="0"/>
              </a:spcBef>
              <a:spcAft>
                <a:spcPts val="0"/>
              </a:spcAft>
              <a:buSzPts val="4800"/>
              <a:buNone/>
              <a:defRPr sz="48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4772100" y="3484800"/>
            <a:ext cx="3914700" cy="4821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57200" y="410400"/>
            <a:ext cx="8229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57200" y="1160825"/>
            <a:ext cx="8229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57200" y="410400"/>
            <a:ext cx="8229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410400"/>
            <a:ext cx="8229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457200" y="1160825"/>
            <a:ext cx="8229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marL="914400" lvl="1"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2pPr>
            <a:lvl3pPr marL="1371600" lvl="2"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3pPr>
            <a:lvl4pPr marL="1828800" lvl="3"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4pPr>
            <a:lvl5pPr marL="2286000" lvl="4"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5pPr>
            <a:lvl6pPr marL="2743200" lvl="5"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6pPr>
            <a:lvl7pPr marL="3200400" lvl="6"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7pPr>
            <a:lvl8pPr marL="3657600" lvl="7"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8pPr>
            <a:lvl9pPr marL="4114800" lvl="8" indent="-317500">
              <a:lnSpc>
                <a:spcPct val="115000"/>
              </a:lnSpc>
              <a:spcBef>
                <a:spcPts val="1600"/>
              </a:spcBef>
              <a:spcAft>
                <a:spcPts val="1600"/>
              </a:spcAft>
              <a:buClr>
                <a:schemeClr val="dk2"/>
              </a:buClr>
              <a:buSzPts val="1400"/>
              <a:buFont typeface="Roboto"/>
              <a:buChar char="■"/>
              <a:defRPr>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4.png"/><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2.xml"/><Relationship Id="rId5" Type="http://schemas.openxmlformats.org/officeDocument/2006/relationships/image" Target="../media/image15.jpg"/><Relationship Id="rId4" Type="http://schemas.openxmlformats.org/officeDocument/2006/relationships/image" Target="../media/image14.jpg"/></Relationships>
</file>

<file path=ppt/slides/_rels/slide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3.jpg"/><Relationship Id="rId1" Type="http://schemas.openxmlformats.org/officeDocument/2006/relationships/slideLayout" Target="../slideLayouts/slideLayout2.xml"/><Relationship Id="rId6" Type="http://schemas.openxmlformats.org/officeDocument/2006/relationships/image" Target="../media/image19.jpg"/><Relationship Id="rId5" Type="http://schemas.openxmlformats.org/officeDocument/2006/relationships/image" Target="../media/image18.jpg"/><Relationship Id="rId4" Type="http://schemas.openxmlformats.org/officeDocument/2006/relationships/image" Target="../media/image17.jpg"/></Relationships>
</file>

<file path=ppt/slides/_rels/slide10.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3.jpg"/><Relationship Id="rId1" Type="http://schemas.openxmlformats.org/officeDocument/2006/relationships/slideLayout" Target="../slideLayouts/slideLayout2.xml"/><Relationship Id="rId6" Type="http://schemas.openxmlformats.org/officeDocument/2006/relationships/image" Target="../media/image19.jpg"/><Relationship Id="rId5" Type="http://schemas.openxmlformats.org/officeDocument/2006/relationships/image" Target="../media/image21.jpg"/><Relationship Id="rId4" Type="http://schemas.openxmlformats.org/officeDocument/2006/relationships/image" Target="../media/image20.jpg"/></Relationships>
</file>

<file path=ppt/slides/_rels/slide11.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3.jpg"/><Relationship Id="rId1" Type="http://schemas.openxmlformats.org/officeDocument/2006/relationships/slideLayout" Target="../slideLayouts/slideLayout2.xml"/><Relationship Id="rId5" Type="http://schemas.openxmlformats.org/officeDocument/2006/relationships/image" Target="../media/image22.jpg"/><Relationship Id="rId4" Type="http://schemas.openxmlformats.org/officeDocument/2006/relationships/image" Target="../media/image19.jpg"/></Relationships>
</file>

<file path=ppt/slides/_rels/slide12.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3.jpg"/><Relationship Id="rId1" Type="http://schemas.openxmlformats.org/officeDocument/2006/relationships/slideLayout" Target="../slideLayouts/slideLayout2.xml"/><Relationship Id="rId6" Type="http://schemas.openxmlformats.org/officeDocument/2006/relationships/image" Target="../media/image19.jpg"/><Relationship Id="rId5" Type="http://schemas.openxmlformats.org/officeDocument/2006/relationships/image" Target="../media/image24.jpg"/><Relationship Id="rId4" Type="http://schemas.openxmlformats.org/officeDocument/2006/relationships/image" Target="../media/image23.jpg"/></Relationships>
</file>

<file path=ppt/slides/_rels/slide1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3.jpg"/><Relationship Id="rId1" Type="http://schemas.openxmlformats.org/officeDocument/2006/relationships/slideLayout" Target="../slideLayouts/slideLayout2.xml"/><Relationship Id="rId5" Type="http://schemas.openxmlformats.org/officeDocument/2006/relationships/image" Target="../media/image25.jpg"/><Relationship Id="rId4" Type="http://schemas.openxmlformats.org/officeDocument/2006/relationships/image" Target="../media/image19.jpg"/></Relationships>
</file>

<file path=ppt/slides/_rels/slide14.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jpg"/><Relationship Id="rId1" Type="http://schemas.openxmlformats.org/officeDocument/2006/relationships/slideLayout" Target="../slideLayouts/slideLayout2.xml"/><Relationship Id="rId6" Type="http://schemas.openxmlformats.org/officeDocument/2006/relationships/image" Target="../media/image30.jpg"/><Relationship Id="rId5" Type="http://schemas.openxmlformats.org/officeDocument/2006/relationships/image" Target="../media/image29.jpg"/><Relationship Id="rId4" Type="http://schemas.openxmlformats.org/officeDocument/2006/relationships/image" Target="../media/image28.jpg"/></Relationships>
</file>

<file path=ppt/slides/_rels/slide15.xml.rels><?xml version="1.0" encoding="UTF-8" standalone="yes"?>
<Relationships xmlns="http://schemas.openxmlformats.org/package/2006/relationships"><Relationship Id="rId3" Type="http://schemas.openxmlformats.org/officeDocument/2006/relationships/image" Target="../media/image32.jpg"/><Relationship Id="rId7" Type="http://schemas.openxmlformats.org/officeDocument/2006/relationships/image" Target="../media/image36.jpg"/><Relationship Id="rId2" Type="http://schemas.openxmlformats.org/officeDocument/2006/relationships/image" Target="../media/image31.jpg"/><Relationship Id="rId1" Type="http://schemas.openxmlformats.org/officeDocument/2006/relationships/slideLayout" Target="../slideLayouts/slideLayout2.xml"/><Relationship Id="rId6" Type="http://schemas.openxmlformats.org/officeDocument/2006/relationships/image" Target="../media/image35.jpg"/><Relationship Id="rId5" Type="http://schemas.openxmlformats.org/officeDocument/2006/relationships/image" Target="../media/image34.jpg"/><Relationship Id="rId4" Type="http://schemas.openxmlformats.org/officeDocument/2006/relationships/image" Target="../media/image33.jpg"/></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15"/>
          <p:cNvSpPr txBox="1">
            <a:spLocks noGrp="1"/>
          </p:cNvSpPr>
          <p:nvPr>
            <p:ph type="ctrTitle"/>
          </p:nvPr>
        </p:nvSpPr>
        <p:spPr>
          <a:xfrm>
            <a:off x="2568259" y="1588326"/>
            <a:ext cx="6287115" cy="2707881"/>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GB" sz="5400" dirty="0">
                <a:solidFill>
                  <a:srgbClr val="FFB20C"/>
                </a:solidFill>
                <a:effectLst>
                  <a:outerShdw blurRad="38100" dist="38100" dir="2700000" algn="tl">
                    <a:srgbClr val="000000">
                      <a:alpha val="43137"/>
                    </a:srgbClr>
                  </a:outerShdw>
                </a:effectLst>
                <a:latin typeface="Fira Sans Extra Condensed" panose="020B0604020202020204" pitchFamily="34" charset="0"/>
              </a:rPr>
              <a:t>APP</a:t>
            </a:r>
            <a:br>
              <a:rPr lang="en-GB" sz="5400" dirty="0">
                <a:solidFill>
                  <a:srgbClr val="FFB20C"/>
                </a:solidFill>
                <a:effectLst>
                  <a:outerShdw blurRad="38100" dist="38100" dir="2700000" algn="tl">
                    <a:srgbClr val="000000">
                      <a:alpha val="43137"/>
                    </a:srgbClr>
                  </a:outerShdw>
                </a:effectLst>
                <a:latin typeface="Fira Sans Extra Condensed" panose="020B0604020202020204" pitchFamily="34" charset="0"/>
              </a:rPr>
            </a:br>
            <a:r>
              <a:rPr lang="en-GB" sz="4400" dirty="0">
                <a:solidFill>
                  <a:srgbClr val="FFB20C"/>
                </a:solidFill>
                <a:effectLst>
                  <a:outerShdw blurRad="38100" dist="38100" dir="2700000" algn="tl">
                    <a:srgbClr val="000000">
                      <a:alpha val="43137"/>
                    </a:srgbClr>
                  </a:outerShdw>
                </a:effectLst>
                <a:latin typeface="Fira Sans Extra Condensed" panose="020B0604020202020204" pitchFamily="34" charset="0"/>
              </a:rPr>
              <a:t>HỌC NGÔN NGỮ SUNNYSKY </a:t>
            </a:r>
            <a:br>
              <a:rPr lang="en-GB" sz="5400" dirty="0">
                <a:solidFill>
                  <a:srgbClr val="FFB20C"/>
                </a:solidFill>
                <a:effectLst>
                  <a:outerShdw blurRad="38100" dist="38100" dir="2700000" algn="tl">
                    <a:srgbClr val="000000">
                      <a:alpha val="43137"/>
                    </a:srgbClr>
                  </a:outerShdw>
                </a:effectLst>
                <a:latin typeface="Fira Sans Extra Condensed" panose="020B0604020202020204" pitchFamily="34" charset="0"/>
              </a:rPr>
            </a:br>
            <a:r>
              <a:rPr lang="en-GB" sz="3200" dirty="0">
                <a:solidFill>
                  <a:srgbClr val="FFB20C"/>
                </a:solidFill>
                <a:effectLst>
                  <a:outerShdw blurRad="38100" dist="38100" dir="2700000" algn="tl">
                    <a:srgbClr val="000000">
                      <a:alpha val="43137"/>
                    </a:srgbClr>
                  </a:outerShdw>
                </a:effectLst>
                <a:latin typeface="Fira Sans Extra Condensed" panose="020B0604020202020204" pitchFamily="34" charset="0"/>
              </a:rPr>
              <a:t>(LUYỆN THI TIẾNG ANH TOEIC) </a:t>
            </a:r>
            <a:br>
              <a:rPr lang="en-GB" sz="3200" dirty="0">
                <a:solidFill>
                  <a:srgbClr val="FFB20C"/>
                </a:solidFill>
                <a:effectLst>
                  <a:outerShdw blurRad="38100" dist="38100" dir="2700000" algn="tl">
                    <a:srgbClr val="000000">
                      <a:alpha val="43137"/>
                    </a:srgbClr>
                  </a:outerShdw>
                </a:effectLst>
                <a:latin typeface="Fira Sans Extra Condensed" panose="020B0604020202020204" pitchFamily="34" charset="0"/>
              </a:rPr>
            </a:br>
            <a:r>
              <a:rPr lang="en-GB" sz="3200" dirty="0">
                <a:solidFill>
                  <a:srgbClr val="FFB20C"/>
                </a:solidFill>
                <a:effectLst>
                  <a:outerShdw blurRad="38100" dist="38100" dir="2700000" algn="tl">
                    <a:srgbClr val="000000">
                      <a:alpha val="43137"/>
                    </a:srgbClr>
                  </a:outerShdw>
                </a:effectLst>
                <a:latin typeface="Fira Sans Extra Condensed" panose="020B0604020202020204" pitchFamily="34" charset="0"/>
              </a:rPr>
              <a:t>TRÊN ANDROID </a:t>
            </a:r>
          </a:p>
        </p:txBody>
      </p:sp>
      <p:sp>
        <p:nvSpPr>
          <p:cNvPr id="133" name="Title 1">
            <a:extLst>
              <a:ext uri="{FF2B5EF4-FFF2-40B4-BE49-F238E27FC236}">
                <a16:creationId xmlns:a16="http://schemas.microsoft.com/office/drawing/2014/main" id="{672BC1B7-2510-4246-815C-99E43BB68FE0}"/>
              </a:ext>
            </a:extLst>
          </p:cNvPr>
          <p:cNvSpPr txBox="1">
            <a:spLocks/>
          </p:cNvSpPr>
          <p:nvPr/>
        </p:nvSpPr>
        <p:spPr>
          <a:xfrm>
            <a:off x="3746914" y="1065809"/>
            <a:ext cx="4944140" cy="422109"/>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dk1"/>
              </a:buClr>
              <a:buSzPts val="4800"/>
              <a:buFont typeface="Fira Sans Extra Condensed"/>
              <a:buNone/>
              <a:defRPr sz="4800" b="1" i="0" u="none" strike="noStrike" cap="none">
                <a:solidFill>
                  <a:schemeClr val="dk1"/>
                </a:solidFill>
                <a:latin typeface="Fira Sans Extra Condensed"/>
                <a:ea typeface="Fira Sans Extra Condensed"/>
                <a:cs typeface="Fira Sans Extra Condensed"/>
                <a:sym typeface="Fira Sans Extra Condensed"/>
              </a:defRPr>
            </a:lvl1pPr>
            <a:lvl2pPr marR="0" lvl="1"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9pPr>
          </a:lstStyle>
          <a:p>
            <a:pPr algn="ctr"/>
            <a:r>
              <a:rPr lang="en-US" sz="3200" dirty="0">
                <a:solidFill>
                  <a:schemeClr val="accent5">
                    <a:lumMod val="75000"/>
                  </a:schemeClr>
                </a:solidFill>
                <a:latin typeface="UTM Talling" panose="02040603050506020204" pitchFamily="18" charset="0"/>
                <a:ea typeface="Segoe UI Black" panose="020B0A02040204020203" pitchFamily="34" charset="0"/>
              </a:rPr>
              <a:t>LẬP TRÌNH DI ĐỘNG</a:t>
            </a:r>
          </a:p>
        </p:txBody>
      </p:sp>
      <p:sp>
        <p:nvSpPr>
          <p:cNvPr id="135" name="Subtitle 2">
            <a:extLst>
              <a:ext uri="{FF2B5EF4-FFF2-40B4-BE49-F238E27FC236}">
                <a16:creationId xmlns:a16="http://schemas.microsoft.com/office/drawing/2014/main" id="{2229703B-743F-4ED9-99A3-5CE3385BC632}"/>
              </a:ext>
            </a:extLst>
          </p:cNvPr>
          <p:cNvSpPr>
            <a:spLocks noGrp="1"/>
          </p:cNvSpPr>
          <p:nvPr>
            <p:ph type="subTitle" idx="1"/>
          </p:nvPr>
        </p:nvSpPr>
        <p:spPr>
          <a:xfrm>
            <a:off x="4275584" y="4452516"/>
            <a:ext cx="3886801" cy="397174"/>
          </a:xfrm>
        </p:spPr>
        <p:txBody>
          <a:bodyPr>
            <a:noAutofit/>
          </a:bodyPr>
          <a:lstStyle/>
          <a:p>
            <a:pPr algn="ctr"/>
            <a:r>
              <a:rPr lang="en-US" sz="2800" dirty="0">
                <a:solidFill>
                  <a:srgbClr val="165C7F"/>
                </a:solidFill>
                <a:latin typeface="UTM Talling" panose="02040603050506020204" pitchFamily="18" charset="0"/>
              </a:rPr>
              <a:t>GVHD:</a:t>
            </a:r>
          </a:p>
        </p:txBody>
      </p:sp>
      <p:pic>
        <p:nvPicPr>
          <p:cNvPr id="7" name="Picture 6">
            <a:extLst>
              <a:ext uri="{FF2B5EF4-FFF2-40B4-BE49-F238E27FC236}">
                <a16:creationId xmlns:a16="http://schemas.microsoft.com/office/drawing/2014/main" id="{28DFACD8-6DCB-DC88-E365-69B49D62CBB7}"/>
              </a:ext>
            </a:extLst>
          </p:cNvPr>
          <p:cNvPicPr>
            <a:picLocks noChangeAspect="1"/>
          </p:cNvPicPr>
          <p:nvPr/>
        </p:nvPicPr>
        <p:blipFill>
          <a:blip r:embed="rId3"/>
          <a:stretch>
            <a:fillRect/>
          </a:stretch>
        </p:blipFill>
        <p:spPr>
          <a:xfrm rot="20992900">
            <a:off x="713983" y="131254"/>
            <a:ext cx="2297086" cy="4771168"/>
          </a:xfrm>
          <a:prstGeom prst="rect">
            <a:avLst/>
          </a:prstGeom>
        </p:spPr>
      </p:pic>
      <p:sp>
        <p:nvSpPr>
          <p:cNvPr id="136" name="Title 1">
            <a:extLst>
              <a:ext uri="{FF2B5EF4-FFF2-40B4-BE49-F238E27FC236}">
                <a16:creationId xmlns:a16="http://schemas.microsoft.com/office/drawing/2014/main" id="{2C9BC39F-0B41-47B5-81DE-CFA1FE4907C5}"/>
              </a:ext>
            </a:extLst>
          </p:cNvPr>
          <p:cNvSpPr txBox="1">
            <a:spLocks/>
          </p:cNvSpPr>
          <p:nvPr/>
        </p:nvSpPr>
        <p:spPr>
          <a:xfrm>
            <a:off x="632867" y="3611244"/>
            <a:ext cx="4008296" cy="1637748"/>
          </a:xfrm>
          <a:prstGeom prst="rect">
            <a:avLst/>
          </a:prstGeom>
          <a:noFill/>
          <a:ln>
            <a:noFill/>
          </a:ln>
        </p:spPr>
        <p:txBody>
          <a:bodyPr spcFirstLastPara="1" wrap="square" lIns="91425" tIns="91425" rIns="91425" bIns="91425" anchor="b" anchorCtr="0">
            <a:norm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dk1"/>
              </a:buClr>
              <a:buSzPts val="4800"/>
              <a:buFont typeface="Fira Sans Extra Condensed"/>
              <a:buNone/>
              <a:defRPr sz="4800" b="1" i="0" u="none" strike="noStrike" cap="none">
                <a:solidFill>
                  <a:schemeClr val="dk1"/>
                </a:solidFill>
                <a:latin typeface="Fira Sans Extra Condensed"/>
                <a:ea typeface="Fira Sans Extra Condensed"/>
                <a:cs typeface="Fira Sans Extra Condensed"/>
                <a:sym typeface="Fira Sans Extra Condensed"/>
              </a:defRPr>
            </a:lvl1pPr>
            <a:lvl2pPr marR="0" lvl="1"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9pPr>
          </a:lstStyle>
          <a:p>
            <a:pPr algn="ctr"/>
            <a:r>
              <a:rPr lang="en-US" sz="6000" dirty="0">
                <a:solidFill>
                  <a:srgbClr val="FFB20C"/>
                </a:solidFill>
                <a:effectLst>
                  <a:outerShdw blurRad="38100" dist="38100" dir="2700000" algn="tl">
                    <a:srgbClr val="000000">
                      <a:alpha val="43137"/>
                    </a:srgbClr>
                  </a:outerShdw>
                </a:effectLst>
                <a:latin typeface="UTM Talling" panose="02040603050506020204" pitchFamily="18" charset="0"/>
                <a:ea typeface="Segoe UI Black" panose="020B0A02040204020203" pitchFamily="34" charset="0"/>
              </a:rPr>
              <a:t>NHÓM 24</a:t>
            </a:r>
          </a:p>
        </p:txBody>
      </p:sp>
      <p:pic>
        <p:nvPicPr>
          <p:cNvPr id="9" name="Picture 8">
            <a:extLst>
              <a:ext uri="{FF2B5EF4-FFF2-40B4-BE49-F238E27FC236}">
                <a16:creationId xmlns:a16="http://schemas.microsoft.com/office/drawing/2014/main" id="{372DFD31-E141-30B2-C0A5-30DE8647ECF4}"/>
              </a:ext>
            </a:extLst>
          </p:cNvPr>
          <p:cNvPicPr>
            <a:picLocks noChangeAspect="1"/>
          </p:cNvPicPr>
          <p:nvPr/>
        </p:nvPicPr>
        <p:blipFill>
          <a:blip r:embed="rId4"/>
          <a:stretch>
            <a:fillRect/>
          </a:stretch>
        </p:blipFill>
        <p:spPr>
          <a:xfrm>
            <a:off x="3077406" y="259691"/>
            <a:ext cx="1637748" cy="163774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 name="Google Shape;681;p19">
            <a:extLst>
              <a:ext uri="{FF2B5EF4-FFF2-40B4-BE49-F238E27FC236}">
                <a16:creationId xmlns:a16="http://schemas.microsoft.com/office/drawing/2014/main" id="{843612D0-AF56-41C3-8D15-9C2A7504E00E}"/>
              </a:ext>
            </a:extLst>
          </p:cNvPr>
          <p:cNvSpPr txBox="1">
            <a:spLocks noGrp="1"/>
          </p:cNvSpPr>
          <p:nvPr>
            <p:ph type="title"/>
          </p:nvPr>
        </p:nvSpPr>
        <p:spPr>
          <a:xfrm>
            <a:off x="0" y="420021"/>
            <a:ext cx="6502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rgbClr val="FF6D2F"/>
                </a:solidFill>
                <a:latin typeface="UTM Talling" panose="02040603050506020204" pitchFamily="18" charset="0"/>
              </a:rPr>
              <a:t>DANH SÁCH THÀNH VIÊN</a:t>
            </a:r>
            <a:endParaRPr sz="2400" dirty="0">
              <a:solidFill>
                <a:srgbClr val="FF6D2F"/>
              </a:solidFill>
              <a:latin typeface="UTM Talling" panose="02040603050506020204" pitchFamily="18" charset="0"/>
            </a:endParaRPr>
          </a:p>
        </p:txBody>
      </p:sp>
      <p:sp>
        <p:nvSpPr>
          <p:cNvPr id="247" name="Google Shape;682;p19">
            <a:extLst>
              <a:ext uri="{FF2B5EF4-FFF2-40B4-BE49-F238E27FC236}">
                <a16:creationId xmlns:a16="http://schemas.microsoft.com/office/drawing/2014/main" id="{9387AC8C-60D8-4E50-8E1D-AC74710FDA94}"/>
              </a:ext>
            </a:extLst>
          </p:cNvPr>
          <p:cNvSpPr/>
          <p:nvPr/>
        </p:nvSpPr>
        <p:spPr>
          <a:xfrm>
            <a:off x="5810485" y="1789639"/>
            <a:ext cx="405841" cy="321239"/>
          </a:xfrm>
          <a:custGeom>
            <a:avLst/>
            <a:gdLst/>
            <a:ahLst/>
            <a:cxnLst/>
            <a:rect l="l" t="t" r="r" b="b"/>
            <a:pathLst>
              <a:path w="2624" h="2077" extrusionOk="0">
                <a:moveTo>
                  <a:pt x="2624" y="460"/>
                </a:moveTo>
                <a:lnTo>
                  <a:pt x="2385" y="954"/>
                </a:lnTo>
                <a:lnTo>
                  <a:pt x="1939" y="681"/>
                </a:lnTo>
                <a:lnTo>
                  <a:pt x="1939" y="2077"/>
                </a:lnTo>
                <a:lnTo>
                  <a:pt x="686" y="2077"/>
                </a:lnTo>
                <a:lnTo>
                  <a:pt x="686" y="681"/>
                </a:lnTo>
                <a:lnTo>
                  <a:pt x="239" y="954"/>
                </a:lnTo>
                <a:lnTo>
                  <a:pt x="1" y="460"/>
                </a:lnTo>
                <a:lnTo>
                  <a:pt x="651" y="0"/>
                </a:lnTo>
                <a:lnTo>
                  <a:pt x="985" y="0"/>
                </a:lnTo>
                <a:cubicBezTo>
                  <a:pt x="1041" y="126"/>
                  <a:pt x="1167" y="213"/>
                  <a:pt x="1310" y="213"/>
                </a:cubicBezTo>
                <a:cubicBezTo>
                  <a:pt x="1458" y="213"/>
                  <a:pt x="1583" y="126"/>
                  <a:pt x="1640" y="0"/>
                </a:cubicBezTo>
                <a:lnTo>
                  <a:pt x="196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6" name="Google Shape;691;p19">
            <a:extLst>
              <a:ext uri="{FF2B5EF4-FFF2-40B4-BE49-F238E27FC236}">
                <a16:creationId xmlns:a16="http://schemas.microsoft.com/office/drawing/2014/main" id="{F51E1DB4-49EC-4E74-8251-000D31820C15}"/>
              </a:ext>
            </a:extLst>
          </p:cNvPr>
          <p:cNvGrpSpPr/>
          <p:nvPr/>
        </p:nvGrpSpPr>
        <p:grpSpPr>
          <a:xfrm>
            <a:off x="5866164" y="3309065"/>
            <a:ext cx="293864" cy="321394"/>
            <a:chOff x="5866164" y="3309065"/>
            <a:chExt cx="293864" cy="321394"/>
          </a:xfrm>
        </p:grpSpPr>
        <p:sp>
          <p:nvSpPr>
            <p:cNvPr id="257" name="Google Shape;692;p19">
              <a:extLst>
                <a:ext uri="{FF2B5EF4-FFF2-40B4-BE49-F238E27FC236}">
                  <a16:creationId xmlns:a16="http://schemas.microsoft.com/office/drawing/2014/main" id="{3AF04BE6-838A-4D5E-9E4A-525B858FCC08}"/>
                </a:ext>
              </a:extLst>
            </p:cNvPr>
            <p:cNvSpPr/>
            <p:nvPr/>
          </p:nvSpPr>
          <p:spPr>
            <a:xfrm>
              <a:off x="5866164" y="3309065"/>
              <a:ext cx="293864" cy="321394"/>
            </a:xfrm>
            <a:custGeom>
              <a:avLst/>
              <a:gdLst/>
              <a:ahLst/>
              <a:cxnLst/>
              <a:rect l="l" t="t" r="r" b="b"/>
              <a:pathLst>
                <a:path w="1900" h="2078" extrusionOk="0">
                  <a:moveTo>
                    <a:pt x="1900" y="2078"/>
                  </a:moveTo>
                  <a:lnTo>
                    <a:pt x="1375" y="2078"/>
                  </a:lnTo>
                  <a:lnTo>
                    <a:pt x="1353" y="1991"/>
                  </a:lnTo>
                  <a:lnTo>
                    <a:pt x="985" y="651"/>
                  </a:lnTo>
                  <a:lnTo>
                    <a:pt x="920" y="651"/>
                  </a:lnTo>
                  <a:lnTo>
                    <a:pt x="551" y="1991"/>
                  </a:lnTo>
                  <a:lnTo>
                    <a:pt x="525" y="2078"/>
                  </a:lnTo>
                  <a:lnTo>
                    <a:pt x="1" y="2078"/>
                  </a:lnTo>
                  <a:lnTo>
                    <a:pt x="18" y="1991"/>
                  </a:lnTo>
                  <a:lnTo>
                    <a:pt x="369" y="105"/>
                  </a:lnTo>
                  <a:lnTo>
                    <a:pt x="391" y="1"/>
                  </a:lnTo>
                  <a:lnTo>
                    <a:pt x="1514" y="1"/>
                  </a:lnTo>
                  <a:lnTo>
                    <a:pt x="1535" y="105"/>
                  </a:lnTo>
                  <a:lnTo>
                    <a:pt x="1887" y="199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693;p19">
              <a:extLst>
                <a:ext uri="{FF2B5EF4-FFF2-40B4-BE49-F238E27FC236}">
                  <a16:creationId xmlns:a16="http://schemas.microsoft.com/office/drawing/2014/main" id="{1273A474-4537-45A9-B610-65CB4972B05E}"/>
                </a:ext>
              </a:extLst>
            </p:cNvPr>
            <p:cNvSpPr/>
            <p:nvPr/>
          </p:nvSpPr>
          <p:spPr>
            <a:xfrm>
              <a:off x="5923236" y="3309065"/>
              <a:ext cx="180494" cy="16240"/>
            </a:xfrm>
            <a:custGeom>
              <a:avLst/>
              <a:gdLst/>
              <a:ahLst/>
              <a:cxnLst/>
              <a:rect l="l" t="t" r="r" b="b"/>
              <a:pathLst>
                <a:path w="1167" h="105" extrusionOk="0">
                  <a:moveTo>
                    <a:pt x="1166" y="105"/>
                  </a:moveTo>
                  <a:lnTo>
                    <a:pt x="0" y="105"/>
                  </a:lnTo>
                  <a:lnTo>
                    <a:pt x="22" y="1"/>
                  </a:lnTo>
                  <a:lnTo>
                    <a:pt x="114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5" name="Google Shape;710;p19">
            <a:extLst>
              <a:ext uri="{FF2B5EF4-FFF2-40B4-BE49-F238E27FC236}">
                <a16:creationId xmlns:a16="http://schemas.microsoft.com/office/drawing/2014/main" id="{5CFEAB27-C11C-4A17-B557-7F2A17295EFB}"/>
              </a:ext>
            </a:extLst>
          </p:cNvPr>
          <p:cNvGrpSpPr/>
          <p:nvPr/>
        </p:nvGrpSpPr>
        <p:grpSpPr>
          <a:xfrm>
            <a:off x="1123243" y="3006297"/>
            <a:ext cx="5283402" cy="572700"/>
            <a:chOff x="457200" y="3943275"/>
            <a:chExt cx="5283402" cy="572700"/>
          </a:xfrm>
        </p:grpSpPr>
        <p:cxnSp>
          <p:nvCxnSpPr>
            <p:cNvPr id="276" name="Google Shape;711;p19">
              <a:extLst>
                <a:ext uri="{FF2B5EF4-FFF2-40B4-BE49-F238E27FC236}">
                  <a16:creationId xmlns:a16="http://schemas.microsoft.com/office/drawing/2014/main" id="{06407AFC-A61B-48A8-8C52-35B8647BCD3B}"/>
                </a:ext>
              </a:extLst>
            </p:cNvPr>
            <p:cNvCxnSpPr>
              <a:stCxn id="278" idx="3"/>
              <a:endCxn id="277" idx="1"/>
            </p:cNvCxnSpPr>
            <p:nvPr/>
          </p:nvCxnSpPr>
          <p:spPr>
            <a:xfrm>
              <a:off x="3117600" y="4229625"/>
              <a:ext cx="117300" cy="0"/>
            </a:xfrm>
            <a:prstGeom prst="straightConnector1">
              <a:avLst/>
            </a:prstGeom>
            <a:noFill/>
            <a:ln w="9525" cap="flat" cmpd="sng">
              <a:solidFill>
                <a:srgbClr val="000000"/>
              </a:solidFill>
              <a:prstDash val="solid"/>
              <a:round/>
              <a:headEnd type="none" w="med" len="med"/>
              <a:tailEnd type="none" w="med" len="med"/>
            </a:ln>
          </p:spPr>
        </p:cxnSp>
        <p:sp>
          <p:nvSpPr>
            <p:cNvPr id="277" name="Google Shape;713;p19">
              <a:extLst>
                <a:ext uri="{FF2B5EF4-FFF2-40B4-BE49-F238E27FC236}">
                  <a16:creationId xmlns:a16="http://schemas.microsoft.com/office/drawing/2014/main" id="{62AA9093-B00A-44C7-BE9F-AB9067710949}"/>
                </a:ext>
              </a:extLst>
            </p:cNvPr>
            <p:cNvSpPr/>
            <p:nvPr/>
          </p:nvSpPr>
          <p:spPr>
            <a:xfrm>
              <a:off x="3235002" y="3943275"/>
              <a:ext cx="1758300" cy="572700"/>
            </a:xfrm>
            <a:prstGeom prst="roundRect">
              <a:avLst>
                <a:gd name="adj" fmla="val 0"/>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dirty="0">
                <a:solidFill>
                  <a:schemeClr val="lt1"/>
                </a:solidFill>
                <a:latin typeface="Fira Sans Extra Condensed"/>
                <a:ea typeface="Fira Sans Extra Condensed"/>
                <a:cs typeface="Fira Sans Extra Condensed"/>
                <a:sym typeface="Fira Sans Extra Condensed"/>
              </a:endParaRPr>
            </a:p>
          </p:txBody>
        </p:sp>
        <p:sp>
          <p:nvSpPr>
            <p:cNvPr id="278" name="Google Shape;712;p19">
              <a:extLst>
                <a:ext uri="{FF2B5EF4-FFF2-40B4-BE49-F238E27FC236}">
                  <a16:creationId xmlns:a16="http://schemas.microsoft.com/office/drawing/2014/main" id="{232CB4A5-9033-4CD9-9DB9-6274A2EE5793}"/>
                </a:ext>
              </a:extLst>
            </p:cNvPr>
            <p:cNvSpPr/>
            <p:nvPr/>
          </p:nvSpPr>
          <p:spPr>
            <a:xfrm>
              <a:off x="457200" y="3943275"/>
              <a:ext cx="2660400" cy="572700"/>
            </a:xfrm>
            <a:prstGeom prst="roundRect">
              <a:avLst>
                <a:gd name="adj"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000" dirty="0">
                <a:solidFill>
                  <a:schemeClr val="accent2">
                    <a:lumMod val="75000"/>
                  </a:schemeClr>
                </a:solidFill>
                <a:latin typeface="iCielBC Cubano Normal" panose="00000500000000000000" pitchFamily="50" charset="0"/>
                <a:ea typeface="Roboto"/>
                <a:cs typeface="Roboto"/>
                <a:sym typeface="Roboto"/>
              </a:endParaRPr>
            </a:p>
          </p:txBody>
        </p:sp>
        <p:cxnSp>
          <p:nvCxnSpPr>
            <p:cNvPr id="279" name="Google Shape;714;p19">
              <a:extLst>
                <a:ext uri="{FF2B5EF4-FFF2-40B4-BE49-F238E27FC236}">
                  <a16:creationId xmlns:a16="http://schemas.microsoft.com/office/drawing/2014/main" id="{AEBA2B49-94F5-4430-B2DC-6ABC4EBE168E}"/>
                </a:ext>
              </a:extLst>
            </p:cNvPr>
            <p:cNvCxnSpPr>
              <a:cxnSpLocks/>
              <a:stCxn id="277" idx="3"/>
            </p:cNvCxnSpPr>
            <p:nvPr/>
          </p:nvCxnSpPr>
          <p:spPr>
            <a:xfrm>
              <a:off x="4993302" y="4229625"/>
              <a:ext cx="747300" cy="300"/>
            </a:xfrm>
            <a:prstGeom prst="straightConnector1">
              <a:avLst/>
            </a:prstGeom>
            <a:noFill/>
            <a:ln w="9525" cap="flat" cmpd="sng">
              <a:solidFill>
                <a:schemeClr val="dk1"/>
              </a:solidFill>
              <a:prstDash val="solid"/>
              <a:round/>
              <a:headEnd type="none" w="med" len="med"/>
              <a:tailEnd type="none" w="med" len="med"/>
            </a:ln>
          </p:spPr>
        </p:cxnSp>
      </p:grpSp>
      <p:grpSp>
        <p:nvGrpSpPr>
          <p:cNvPr id="285" name="Google Shape;720;p19">
            <a:extLst>
              <a:ext uri="{FF2B5EF4-FFF2-40B4-BE49-F238E27FC236}">
                <a16:creationId xmlns:a16="http://schemas.microsoft.com/office/drawing/2014/main" id="{E5BD5168-52B2-4A04-9333-6C3E579B7DA7}"/>
              </a:ext>
            </a:extLst>
          </p:cNvPr>
          <p:cNvGrpSpPr/>
          <p:nvPr/>
        </p:nvGrpSpPr>
        <p:grpSpPr>
          <a:xfrm>
            <a:off x="1123243" y="2333388"/>
            <a:ext cx="5283401" cy="572700"/>
            <a:chOff x="457200" y="2423700"/>
            <a:chExt cx="5283401" cy="572700"/>
          </a:xfrm>
        </p:grpSpPr>
        <p:cxnSp>
          <p:nvCxnSpPr>
            <p:cNvPr id="286" name="Google Shape;721;p19">
              <a:extLst>
                <a:ext uri="{FF2B5EF4-FFF2-40B4-BE49-F238E27FC236}">
                  <a16:creationId xmlns:a16="http://schemas.microsoft.com/office/drawing/2014/main" id="{1F98FFC5-EABC-41DB-B0F0-2DA9F811B380}"/>
                </a:ext>
              </a:extLst>
            </p:cNvPr>
            <p:cNvCxnSpPr>
              <a:stCxn id="288" idx="3"/>
              <a:endCxn id="287" idx="1"/>
            </p:cNvCxnSpPr>
            <p:nvPr/>
          </p:nvCxnSpPr>
          <p:spPr>
            <a:xfrm>
              <a:off x="3117600" y="2710050"/>
              <a:ext cx="117300" cy="0"/>
            </a:xfrm>
            <a:prstGeom prst="straightConnector1">
              <a:avLst/>
            </a:prstGeom>
            <a:noFill/>
            <a:ln w="9525" cap="flat" cmpd="sng">
              <a:solidFill>
                <a:srgbClr val="000000"/>
              </a:solidFill>
              <a:prstDash val="solid"/>
              <a:round/>
              <a:headEnd type="none" w="med" len="med"/>
              <a:tailEnd type="none" w="med" len="med"/>
            </a:ln>
          </p:spPr>
        </p:cxnSp>
        <p:sp>
          <p:nvSpPr>
            <p:cNvPr id="287" name="Google Shape;723;p19">
              <a:extLst>
                <a:ext uri="{FF2B5EF4-FFF2-40B4-BE49-F238E27FC236}">
                  <a16:creationId xmlns:a16="http://schemas.microsoft.com/office/drawing/2014/main" id="{0DA40DAD-A0D7-4A40-9DE1-ACB5F9A5A105}"/>
                </a:ext>
              </a:extLst>
            </p:cNvPr>
            <p:cNvSpPr/>
            <p:nvPr/>
          </p:nvSpPr>
          <p:spPr>
            <a:xfrm>
              <a:off x="3235001" y="2423700"/>
              <a:ext cx="1758300" cy="572700"/>
            </a:xfrm>
            <a:prstGeom prst="roundRect">
              <a:avLst>
                <a:gd name="adj" fmla="val 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en" b="1" dirty="0">
                <a:solidFill>
                  <a:schemeClr val="lt1"/>
                </a:solidFill>
                <a:latin typeface="Fira Sans Extra Condensed"/>
                <a:ea typeface="Fira Sans Extra Condensed"/>
                <a:cs typeface="Fira Sans Extra Condensed"/>
                <a:sym typeface="Fira Sans Extra Condensed"/>
              </a:endParaRPr>
            </a:p>
          </p:txBody>
        </p:sp>
        <p:sp>
          <p:nvSpPr>
            <p:cNvPr id="288" name="Google Shape;722;p19">
              <a:extLst>
                <a:ext uri="{FF2B5EF4-FFF2-40B4-BE49-F238E27FC236}">
                  <a16:creationId xmlns:a16="http://schemas.microsoft.com/office/drawing/2014/main" id="{7FDE6814-48FA-4127-ACB5-7F7AA6FC5C02}"/>
                </a:ext>
              </a:extLst>
            </p:cNvPr>
            <p:cNvSpPr/>
            <p:nvPr/>
          </p:nvSpPr>
          <p:spPr>
            <a:xfrm>
              <a:off x="457200" y="2423700"/>
              <a:ext cx="2660400" cy="572700"/>
            </a:xfrm>
            <a:prstGeom prst="roundRect">
              <a:avLst>
                <a:gd name="adj"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000" dirty="0">
                <a:solidFill>
                  <a:schemeClr val="accent2">
                    <a:lumMod val="75000"/>
                  </a:schemeClr>
                </a:solidFill>
                <a:latin typeface="iCielBC Cubano Normal" panose="00000500000000000000" pitchFamily="50" charset="0"/>
                <a:ea typeface="Roboto"/>
                <a:cs typeface="Roboto"/>
                <a:sym typeface="Roboto"/>
              </a:endParaRPr>
            </a:p>
          </p:txBody>
        </p:sp>
        <p:cxnSp>
          <p:nvCxnSpPr>
            <p:cNvPr id="289" name="Google Shape;724;p19">
              <a:extLst>
                <a:ext uri="{FF2B5EF4-FFF2-40B4-BE49-F238E27FC236}">
                  <a16:creationId xmlns:a16="http://schemas.microsoft.com/office/drawing/2014/main" id="{E0505444-2C4D-49C3-8108-95A29CE87229}"/>
                </a:ext>
              </a:extLst>
            </p:cNvPr>
            <p:cNvCxnSpPr>
              <a:cxnSpLocks/>
              <a:stCxn id="287" idx="3"/>
            </p:cNvCxnSpPr>
            <p:nvPr/>
          </p:nvCxnSpPr>
          <p:spPr>
            <a:xfrm>
              <a:off x="4993301" y="2710050"/>
              <a:ext cx="747300" cy="0"/>
            </a:xfrm>
            <a:prstGeom prst="straightConnector1">
              <a:avLst/>
            </a:prstGeom>
            <a:noFill/>
            <a:ln w="9525" cap="flat" cmpd="sng">
              <a:solidFill>
                <a:schemeClr val="dk1"/>
              </a:solidFill>
              <a:prstDash val="solid"/>
              <a:round/>
              <a:headEnd type="none" w="med" len="med"/>
              <a:tailEnd type="none" w="med" len="med"/>
            </a:ln>
          </p:spPr>
        </p:cxnSp>
      </p:grpSp>
      <p:grpSp>
        <p:nvGrpSpPr>
          <p:cNvPr id="290" name="Google Shape;725;p19">
            <a:extLst>
              <a:ext uri="{FF2B5EF4-FFF2-40B4-BE49-F238E27FC236}">
                <a16:creationId xmlns:a16="http://schemas.microsoft.com/office/drawing/2014/main" id="{50D272AB-F90E-4613-A6BD-C6D145A0A31F}"/>
              </a:ext>
            </a:extLst>
          </p:cNvPr>
          <p:cNvGrpSpPr/>
          <p:nvPr/>
        </p:nvGrpSpPr>
        <p:grpSpPr>
          <a:xfrm>
            <a:off x="1123243" y="1663913"/>
            <a:ext cx="5283402" cy="572700"/>
            <a:chOff x="457200" y="1663913"/>
            <a:chExt cx="5283402" cy="572700"/>
          </a:xfrm>
        </p:grpSpPr>
        <p:cxnSp>
          <p:nvCxnSpPr>
            <p:cNvPr id="291" name="Google Shape;726;p19">
              <a:extLst>
                <a:ext uri="{FF2B5EF4-FFF2-40B4-BE49-F238E27FC236}">
                  <a16:creationId xmlns:a16="http://schemas.microsoft.com/office/drawing/2014/main" id="{0121DC15-24BD-4DDC-B379-ECD4715EA620}"/>
                </a:ext>
              </a:extLst>
            </p:cNvPr>
            <p:cNvCxnSpPr>
              <a:stCxn id="293" idx="3"/>
              <a:endCxn id="292" idx="1"/>
            </p:cNvCxnSpPr>
            <p:nvPr/>
          </p:nvCxnSpPr>
          <p:spPr>
            <a:xfrm>
              <a:off x="3117600" y="1950263"/>
              <a:ext cx="117300" cy="0"/>
            </a:xfrm>
            <a:prstGeom prst="straightConnector1">
              <a:avLst/>
            </a:prstGeom>
            <a:noFill/>
            <a:ln w="9525" cap="flat" cmpd="sng">
              <a:solidFill>
                <a:srgbClr val="000000"/>
              </a:solidFill>
              <a:prstDash val="solid"/>
              <a:round/>
              <a:headEnd type="none" w="med" len="med"/>
              <a:tailEnd type="none" w="med" len="med"/>
            </a:ln>
          </p:spPr>
        </p:cxnSp>
        <p:sp>
          <p:nvSpPr>
            <p:cNvPr id="292" name="Google Shape;728;p19">
              <a:extLst>
                <a:ext uri="{FF2B5EF4-FFF2-40B4-BE49-F238E27FC236}">
                  <a16:creationId xmlns:a16="http://schemas.microsoft.com/office/drawing/2014/main" id="{13C00585-9025-496C-A56A-D546BC9691FA}"/>
                </a:ext>
              </a:extLst>
            </p:cNvPr>
            <p:cNvSpPr/>
            <p:nvPr/>
          </p:nvSpPr>
          <p:spPr>
            <a:xfrm>
              <a:off x="3235002" y="1663913"/>
              <a:ext cx="1758300" cy="572700"/>
            </a:xfrm>
            <a:prstGeom prst="roundRect">
              <a:avLst>
                <a:gd name="adj" fmla="val 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dirty="0">
                <a:solidFill>
                  <a:schemeClr val="lt1"/>
                </a:solidFill>
                <a:latin typeface="Fira Sans Extra Condensed"/>
                <a:ea typeface="Fira Sans Extra Condensed"/>
                <a:cs typeface="Fira Sans Extra Condensed"/>
                <a:sym typeface="Fira Sans Extra Condensed"/>
              </a:endParaRPr>
            </a:p>
          </p:txBody>
        </p:sp>
        <p:sp>
          <p:nvSpPr>
            <p:cNvPr id="293" name="Google Shape;727;p19">
              <a:extLst>
                <a:ext uri="{FF2B5EF4-FFF2-40B4-BE49-F238E27FC236}">
                  <a16:creationId xmlns:a16="http://schemas.microsoft.com/office/drawing/2014/main" id="{A1B4E776-1CD5-4971-8C53-8BA12956170B}"/>
                </a:ext>
              </a:extLst>
            </p:cNvPr>
            <p:cNvSpPr/>
            <p:nvPr/>
          </p:nvSpPr>
          <p:spPr>
            <a:xfrm>
              <a:off x="457200" y="1663913"/>
              <a:ext cx="2660400" cy="572700"/>
            </a:xfrm>
            <a:prstGeom prst="roundRect">
              <a:avLst>
                <a:gd name="adj"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000" dirty="0">
                <a:solidFill>
                  <a:schemeClr val="accent2">
                    <a:lumMod val="75000"/>
                  </a:schemeClr>
                </a:solidFill>
                <a:latin typeface="iCielBC Cubano Normal" panose="00000500000000000000" pitchFamily="50" charset="0"/>
                <a:ea typeface="Roboto"/>
                <a:cs typeface="Roboto"/>
                <a:sym typeface="Roboto"/>
              </a:endParaRPr>
            </a:p>
          </p:txBody>
        </p:sp>
        <p:cxnSp>
          <p:nvCxnSpPr>
            <p:cNvPr id="294" name="Google Shape;729;p19">
              <a:extLst>
                <a:ext uri="{FF2B5EF4-FFF2-40B4-BE49-F238E27FC236}">
                  <a16:creationId xmlns:a16="http://schemas.microsoft.com/office/drawing/2014/main" id="{5802378B-1B1F-40D5-830B-63BD00B98840}"/>
                </a:ext>
              </a:extLst>
            </p:cNvPr>
            <p:cNvCxnSpPr>
              <a:cxnSpLocks/>
              <a:stCxn id="292" idx="3"/>
            </p:cNvCxnSpPr>
            <p:nvPr/>
          </p:nvCxnSpPr>
          <p:spPr>
            <a:xfrm rot="10800000" flipH="1">
              <a:off x="4993302" y="1949963"/>
              <a:ext cx="747300" cy="300"/>
            </a:xfrm>
            <a:prstGeom prst="straightConnector1">
              <a:avLst/>
            </a:prstGeom>
            <a:noFill/>
            <a:ln w="9525" cap="flat" cmpd="sng">
              <a:solidFill>
                <a:schemeClr val="dk1"/>
              </a:solidFill>
              <a:prstDash val="solid"/>
              <a:round/>
              <a:headEnd type="none" w="med" len="med"/>
              <a:tailEnd type="none" w="med" len="med"/>
            </a:ln>
          </p:spPr>
        </p:cxnSp>
      </p:grpSp>
      <p:pic>
        <p:nvPicPr>
          <p:cNvPr id="148" name="Picture 147">
            <a:extLst>
              <a:ext uri="{FF2B5EF4-FFF2-40B4-BE49-F238E27FC236}">
                <a16:creationId xmlns:a16="http://schemas.microsoft.com/office/drawing/2014/main" id="{3C5F282F-DA06-05B9-A1F1-97E449938FE3}"/>
              </a:ext>
            </a:extLst>
          </p:cNvPr>
          <p:cNvPicPr>
            <a:picLocks noChangeAspect="1"/>
          </p:cNvPicPr>
          <p:nvPr/>
        </p:nvPicPr>
        <p:blipFill>
          <a:blip r:embed="rId2"/>
          <a:stretch>
            <a:fillRect/>
          </a:stretch>
        </p:blipFill>
        <p:spPr>
          <a:xfrm rot="897120">
            <a:off x="6103804" y="205911"/>
            <a:ext cx="2297086" cy="4771168"/>
          </a:xfrm>
          <a:prstGeom prst="rect">
            <a:avLst/>
          </a:prstGeom>
        </p:spPr>
      </p:pic>
      <p:pic>
        <p:nvPicPr>
          <p:cNvPr id="295" name="Picture 294">
            <a:extLst>
              <a:ext uri="{FF2B5EF4-FFF2-40B4-BE49-F238E27FC236}">
                <a16:creationId xmlns:a16="http://schemas.microsoft.com/office/drawing/2014/main" id="{B6DBADBD-251C-ED7D-9E80-2CC53BB184D8}"/>
              </a:ext>
            </a:extLst>
          </p:cNvPr>
          <p:cNvPicPr>
            <a:picLocks noChangeAspect="1"/>
          </p:cNvPicPr>
          <p:nvPr/>
        </p:nvPicPr>
        <p:blipFill>
          <a:blip r:embed="rId3"/>
          <a:stretch>
            <a:fillRect/>
          </a:stretch>
        </p:blipFill>
        <p:spPr>
          <a:xfrm>
            <a:off x="134492" y="3917244"/>
            <a:ext cx="1190266" cy="1190266"/>
          </a:xfrm>
          <a:prstGeom prst="rect">
            <a:avLst/>
          </a:prstGeom>
        </p:spPr>
      </p:pic>
    </p:spTree>
    <p:extLst>
      <p:ext uri="{BB962C8B-B14F-4D97-AF65-F5344CB8AC3E}">
        <p14:creationId xmlns:p14="http://schemas.microsoft.com/office/powerpoint/2010/main" val="28467641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Google Shape;682;p19">
            <a:extLst>
              <a:ext uri="{FF2B5EF4-FFF2-40B4-BE49-F238E27FC236}">
                <a16:creationId xmlns:a16="http://schemas.microsoft.com/office/drawing/2014/main" id="{9387AC8C-60D8-4E50-8E1D-AC74710FDA94}"/>
              </a:ext>
            </a:extLst>
          </p:cNvPr>
          <p:cNvSpPr/>
          <p:nvPr/>
        </p:nvSpPr>
        <p:spPr>
          <a:xfrm>
            <a:off x="5810485" y="1789639"/>
            <a:ext cx="405841" cy="321239"/>
          </a:xfrm>
          <a:custGeom>
            <a:avLst/>
            <a:gdLst/>
            <a:ahLst/>
            <a:cxnLst/>
            <a:rect l="l" t="t" r="r" b="b"/>
            <a:pathLst>
              <a:path w="2624" h="2077" extrusionOk="0">
                <a:moveTo>
                  <a:pt x="2624" y="460"/>
                </a:moveTo>
                <a:lnTo>
                  <a:pt x="2385" y="954"/>
                </a:lnTo>
                <a:lnTo>
                  <a:pt x="1939" y="681"/>
                </a:lnTo>
                <a:lnTo>
                  <a:pt x="1939" y="2077"/>
                </a:lnTo>
                <a:lnTo>
                  <a:pt x="686" y="2077"/>
                </a:lnTo>
                <a:lnTo>
                  <a:pt x="686" y="681"/>
                </a:lnTo>
                <a:lnTo>
                  <a:pt x="239" y="954"/>
                </a:lnTo>
                <a:lnTo>
                  <a:pt x="1" y="460"/>
                </a:lnTo>
                <a:lnTo>
                  <a:pt x="651" y="0"/>
                </a:lnTo>
                <a:lnTo>
                  <a:pt x="985" y="0"/>
                </a:lnTo>
                <a:cubicBezTo>
                  <a:pt x="1041" y="126"/>
                  <a:pt x="1167" y="213"/>
                  <a:pt x="1310" y="213"/>
                </a:cubicBezTo>
                <a:cubicBezTo>
                  <a:pt x="1458" y="213"/>
                  <a:pt x="1583" y="126"/>
                  <a:pt x="1640" y="0"/>
                </a:cubicBezTo>
                <a:lnTo>
                  <a:pt x="196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6" name="Google Shape;691;p19">
            <a:extLst>
              <a:ext uri="{FF2B5EF4-FFF2-40B4-BE49-F238E27FC236}">
                <a16:creationId xmlns:a16="http://schemas.microsoft.com/office/drawing/2014/main" id="{F51E1DB4-49EC-4E74-8251-000D31820C15}"/>
              </a:ext>
            </a:extLst>
          </p:cNvPr>
          <p:cNvGrpSpPr/>
          <p:nvPr/>
        </p:nvGrpSpPr>
        <p:grpSpPr>
          <a:xfrm>
            <a:off x="5866164" y="3309065"/>
            <a:ext cx="293864" cy="321394"/>
            <a:chOff x="5866164" y="3309065"/>
            <a:chExt cx="293864" cy="321394"/>
          </a:xfrm>
        </p:grpSpPr>
        <p:sp>
          <p:nvSpPr>
            <p:cNvPr id="257" name="Google Shape;692;p19">
              <a:extLst>
                <a:ext uri="{FF2B5EF4-FFF2-40B4-BE49-F238E27FC236}">
                  <a16:creationId xmlns:a16="http://schemas.microsoft.com/office/drawing/2014/main" id="{3AF04BE6-838A-4D5E-9E4A-525B858FCC08}"/>
                </a:ext>
              </a:extLst>
            </p:cNvPr>
            <p:cNvSpPr/>
            <p:nvPr/>
          </p:nvSpPr>
          <p:spPr>
            <a:xfrm>
              <a:off x="5866164" y="3309065"/>
              <a:ext cx="293864" cy="321394"/>
            </a:xfrm>
            <a:custGeom>
              <a:avLst/>
              <a:gdLst/>
              <a:ahLst/>
              <a:cxnLst/>
              <a:rect l="l" t="t" r="r" b="b"/>
              <a:pathLst>
                <a:path w="1900" h="2078" extrusionOk="0">
                  <a:moveTo>
                    <a:pt x="1900" y="2078"/>
                  </a:moveTo>
                  <a:lnTo>
                    <a:pt x="1375" y="2078"/>
                  </a:lnTo>
                  <a:lnTo>
                    <a:pt x="1353" y="1991"/>
                  </a:lnTo>
                  <a:lnTo>
                    <a:pt x="985" y="651"/>
                  </a:lnTo>
                  <a:lnTo>
                    <a:pt x="920" y="651"/>
                  </a:lnTo>
                  <a:lnTo>
                    <a:pt x="551" y="1991"/>
                  </a:lnTo>
                  <a:lnTo>
                    <a:pt x="525" y="2078"/>
                  </a:lnTo>
                  <a:lnTo>
                    <a:pt x="1" y="2078"/>
                  </a:lnTo>
                  <a:lnTo>
                    <a:pt x="18" y="1991"/>
                  </a:lnTo>
                  <a:lnTo>
                    <a:pt x="369" y="105"/>
                  </a:lnTo>
                  <a:lnTo>
                    <a:pt x="391" y="1"/>
                  </a:lnTo>
                  <a:lnTo>
                    <a:pt x="1514" y="1"/>
                  </a:lnTo>
                  <a:lnTo>
                    <a:pt x="1535" y="105"/>
                  </a:lnTo>
                  <a:lnTo>
                    <a:pt x="1887" y="199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693;p19">
              <a:extLst>
                <a:ext uri="{FF2B5EF4-FFF2-40B4-BE49-F238E27FC236}">
                  <a16:creationId xmlns:a16="http://schemas.microsoft.com/office/drawing/2014/main" id="{1273A474-4537-45A9-B610-65CB4972B05E}"/>
                </a:ext>
              </a:extLst>
            </p:cNvPr>
            <p:cNvSpPr/>
            <p:nvPr/>
          </p:nvSpPr>
          <p:spPr>
            <a:xfrm>
              <a:off x="5923236" y="3309065"/>
              <a:ext cx="180494" cy="16240"/>
            </a:xfrm>
            <a:custGeom>
              <a:avLst/>
              <a:gdLst/>
              <a:ahLst/>
              <a:cxnLst/>
              <a:rect l="l" t="t" r="r" b="b"/>
              <a:pathLst>
                <a:path w="1167" h="105" extrusionOk="0">
                  <a:moveTo>
                    <a:pt x="1166" y="105"/>
                  </a:moveTo>
                  <a:lnTo>
                    <a:pt x="0" y="105"/>
                  </a:lnTo>
                  <a:lnTo>
                    <a:pt x="22" y="1"/>
                  </a:lnTo>
                  <a:lnTo>
                    <a:pt x="114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48" name="Picture 147">
            <a:extLst>
              <a:ext uri="{FF2B5EF4-FFF2-40B4-BE49-F238E27FC236}">
                <a16:creationId xmlns:a16="http://schemas.microsoft.com/office/drawing/2014/main" id="{3C5F282F-DA06-05B9-A1F1-97E449938FE3}"/>
              </a:ext>
            </a:extLst>
          </p:cNvPr>
          <p:cNvPicPr>
            <a:picLocks noChangeAspect="1"/>
          </p:cNvPicPr>
          <p:nvPr/>
        </p:nvPicPr>
        <p:blipFill>
          <a:blip r:embed="rId2"/>
          <a:stretch>
            <a:fillRect/>
          </a:stretch>
        </p:blipFill>
        <p:spPr>
          <a:xfrm rot="897120">
            <a:off x="6103804" y="205911"/>
            <a:ext cx="2297086" cy="4771168"/>
          </a:xfrm>
          <a:prstGeom prst="rect">
            <a:avLst/>
          </a:prstGeom>
        </p:spPr>
      </p:pic>
      <p:pic>
        <p:nvPicPr>
          <p:cNvPr id="295" name="Picture 294">
            <a:extLst>
              <a:ext uri="{FF2B5EF4-FFF2-40B4-BE49-F238E27FC236}">
                <a16:creationId xmlns:a16="http://schemas.microsoft.com/office/drawing/2014/main" id="{B6DBADBD-251C-ED7D-9E80-2CC53BB184D8}"/>
              </a:ext>
            </a:extLst>
          </p:cNvPr>
          <p:cNvPicPr>
            <a:picLocks noChangeAspect="1"/>
          </p:cNvPicPr>
          <p:nvPr/>
        </p:nvPicPr>
        <p:blipFill>
          <a:blip r:embed="rId3"/>
          <a:stretch>
            <a:fillRect/>
          </a:stretch>
        </p:blipFill>
        <p:spPr>
          <a:xfrm>
            <a:off x="134492" y="3917244"/>
            <a:ext cx="1190266" cy="1190266"/>
          </a:xfrm>
          <a:prstGeom prst="rect">
            <a:avLst/>
          </a:prstGeom>
        </p:spPr>
      </p:pic>
      <p:sp>
        <p:nvSpPr>
          <p:cNvPr id="26" name="Google Shape;681;p19">
            <a:extLst>
              <a:ext uri="{FF2B5EF4-FFF2-40B4-BE49-F238E27FC236}">
                <a16:creationId xmlns:a16="http://schemas.microsoft.com/office/drawing/2014/main" id="{A5FFB1AF-4A4E-C8E6-266E-6E0CB221A833}"/>
              </a:ext>
            </a:extLst>
          </p:cNvPr>
          <p:cNvSpPr txBox="1">
            <a:spLocks/>
          </p:cNvSpPr>
          <p:nvPr/>
        </p:nvSpPr>
        <p:spPr>
          <a:xfrm>
            <a:off x="0" y="75235"/>
            <a:ext cx="7018849" cy="103243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Fira Sans Extra Condensed"/>
              <a:buNone/>
              <a:defRPr sz="3600" b="1" i="0" u="none" strike="noStrike" cap="none">
                <a:solidFill>
                  <a:schemeClr val="dk1"/>
                </a:solidFill>
                <a:latin typeface="Fira Sans Extra Condensed"/>
                <a:ea typeface="Fira Sans Extra Condensed"/>
                <a:cs typeface="Fira Sans Extra Condensed"/>
                <a:sym typeface="Fira Sans Extra Condensed"/>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r>
              <a:rPr lang="en-GB" sz="4800" dirty="0">
                <a:solidFill>
                  <a:srgbClr val="FF6D2F"/>
                </a:solidFill>
                <a:latin typeface="UTM Talling" panose="02040603050506020204" pitchFamily="18" charset="0"/>
              </a:rPr>
              <a:t>MỤC TIÊU PHÁT TRIỂN</a:t>
            </a:r>
          </a:p>
        </p:txBody>
      </p:sp>
      <p:pic>
        <p:nvPicPr>
          <p:cNvPr id="5" name="Picture 4">
            <a:extLst>
              <a:ext uri="{FF2B5EF4-FFF2-40B4-BE49-F238E27FC236}">
                <a16:creationId xmlns:a16="http://schemas.microsoft.com/office/drawing/2014/main" id="{81F53858-DAC1-D767-642D-2E4493D6F255}"/>
              </a:ext>
            </a:extLst>
          </p:cNvPr>
          <p:cNvPicPr>
            <a:picLocks noChangeAspect="1"/>
          </p:cNvPicPr>
          <p:nvPr/>
        </p:nvPicPr>
        <p:blipFill>
          <a:blip r:embed="rId4"/>
          <a:stretch>
            <a:fillRect/>
          </a:stretch>
        </p:blipFill>
        <p:spPr>
          <a:xfrm>
            <a:off x="134492" y="962780"/>
            <a:ext cx="4369617" cy="2506982"/>
          </a:xfrm>
          <a:prstGeom prst="rect">
            <a:avLst/>
          </a:prstGeom>
        </p:spPr>
      </p:pic>
      <p:pic>
        <p:nvPicPr>
          <p:cNvPr id="7" name="Picture 6">
            <a:extLst>
              <a:ext uri="{FF2B5EF4-FFF2-40B4-BE49-F238E27FC236}">
                <a16:creationId xmlns:a16="http://schemas.microsoft.com/office/drawing/2014/main" id="{F8455592-13FB-33D9-D930-5584402C9F79}"/>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401" b="89980" l="2663" r="100000"/>
                    </a14:imgEffect>
                  </a14:imgLayer>
                </a14:imgProps>
              </a:ext>
            </a:extLst>
          </a:blip>
          <a:stretch>
            <a:fillRect/>
          </a:stretch>
        </p:blipFill>
        <p:spPr>
          <a:xfrm>
            <a:off x="2401528" y="2916605"/>
            <a:ext cx="3175243" cy="2343855"/>
          </a:xfrm>
          <a:prstGeom prst="rect">
            <a:avLst/>
          </a:prstGeom>
        </p:spPr>
      </p:pic>
    </p:spTree>
    <p:extLst>
      <p:ext uri="{BB962C8B-B14F-4D97-AF65-F5344CB8AC3E}">
        <p14:creationId xmlns:p14="http://schemas.microsoft.com/office/powerpoint/2010/main" val="30807326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Google Shape;682;p19">
            <a:extLst>
              <a:ext uri="{FF2B5EF4-FFF2-40B4-BE49-F238E27FC236}">
                <a16:creationId xmlns:a16="http://schemas.microsoft.com/office/drawing/2014/main" id="{9387AC8C-60D8-4E50-8E1D-AC74710FDA94}"/>
              </a:ext>
            </a:extLst>
          </p:cNvPr>
          <p:cNvSpPr/>
          <p:nvPr/>
        </p:nvSpPr>
        <p:spPr>
          <a:xfrm>
            <a:off x="5810485" y="1789639"/>
            <a:ext cx="405841" cy="321239"/>
          </a:xfrm>
          <a:custGeom>
            <a:avLst/>
            <a:gdLst/>
            <a:ahLst/>
            <a:cxnLst/>
            <a:rect l="l" t="t" r="r" b="b"/>
            <a:pathLst>
              <a:path w="2624" h="2077" extrusionOk="0">
                <a:moveTo>
                  <a:pt x="2624" y="460"/>
                </a:moveTo>
                <a:lnTo>
                  <a:pt x="2385" y="954"/>
                </a:lnTo>
                <a:lnTo>
                  <a:pt x="1939" y="681"/>
                </a:lnTo>
                <a:lnTo>
                  <a:pt x="1939" y="2077"/>
                </a:lnTo>
                <a:lnTo>
                  <a:pt x="686" y="2077"/>
                </a:lnTo>
                <a:lnTo>
                  <a:pt x="686" y="681"/>
                </a:lnTo>
                <a:lnTo>
                  <a:pt x="239" y="954"/>
                </a:lnTo>
                <a:lnTo>
                  <a:pt x="1" y="460"/>
                </a:lnTo>
                <a:lnTo>
                  <a:pt x="651" y="0"/>
                </a:lnTo>
                <a:lnTo>
                  <a:pt x="985" y="0"/>
                </a:lnTo>
                <a:cubicBezTo>
                  <a:pt x="1041" y="126"/>
                  <a:pt x="1167" y="213"/>
                  <a:pt x="1310" y="213"/>
                </a:cubicBezTo>
                <a:cubicBezTo>
                  <a:pt x="1458" y="213"/>
                  <a:pt x="1583" y="126"/>
                  <a:pt x="1640" y="0"/>
                </a:cubicBezTo>
                <a:lnTo>
                  <a:pt x="196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6" name="Google Shape;691;p19">
            <a:extLst>
              <a:ext uri="{FF2B5EF4-FFF2-40B4-BE49-F238E27FC236}">
                <a16:creationId xmlns:a16="http://schemas.microsoft.com/office/drawing/2014/main" id="{F51E1DB4-49EC-4E74-8251-000D31820C15}"/>
              </a:ext>
            </a:extLst>
          </p:cNvPr>
          <p:cNvGrpSpPr/>
          <p:nvPr/>
        </p:nvGrpSpPr>
        <p:grpSpPr>
          <a:xfrm>
            <a:off x="5866164" y="3309065"/>
            <a:ext cx="293864" cy="321394"/>
            <a:chOff x="5866164" y="3309065"/>
            <a:chExt cx="293864" cy="321394"/>
          </a:xfrm>
        </p:grpSpPr>
        <p:sp>
          <p:nvSpPr>
            <p:cNvPr id="257" name="Google Shape;692;p19">
              <a:extLst>
                <a:ext uri="{FF2B5EF4-FFF2-40B4-BE49-F238E27FC236}">
                  <a16:creationId xmlns:a16="http://schemas.microsoft.com/office/drawing/2014/main" id="{3AF04BE6-838A-4D5E-9E4A-525B858FCC08}"/>
                </a:ext>
              </a:extLst>
            </p:cNvPr>
            <p:cNvSpPr/>
            <p:nvPr/>
          </p:nvSpPr>
          <p:spPr>
            <a:xfrm>
              <a:off x="5866164" y="3309065"/>
              <a:ext cx="293864" cy="321394"/>
            </a:xfrm>
            <a:custGeom>
              <a:avLst/>
              <a:gdLst/>
              <a:ahLst/>
              <a:cxnLst/>
              <a:rect l="l" t="t" r="r" b="b"/>
              <a:pathLst>
                <a:path w="1900" h="2078" extrusionOk="0">
                  <a:moveTo>
                    <a:pt x="1900" y="2078"/>
                  </a:moveTo>
                  <a:lnTo>
                    <a:pt x="1375" y="2078"/>
                  </a:lnTo>
                  <a:lnTo>
                    <a:pt x="1353" y="1991"/>
                  </a:lnTo>
                  <a:lnTo>
                    <a:pt x="985" y="651"/>
                  </a:lnTo>
                  <a:lnTo>
                    <a:pt x="920" y="651"/>
                  </a:lnTo>
                  <a:lnTo>
                    <a:pt x="551" y="1991"/>
                  </a:lnTo>
                  <a:lnTo>
                    <a:pt x="525" y="2078"/>
                  </a:lnTo>
                  <a:lnTo>
                    <a:pt x="1" y="2078"/>
                  </a:lnTo>
                  <a:lnTo>
                    <a:pt x="18" y="1991"/>
                  </a:lnTo>
                  <a:lnTo>
                    <a:pt x="369" y="105"/>
                  </a:lnTo>
                  <a:lnTo>
                    <a:pt x="391" y="1"/>
                  </a:lnTo>
                  <a:lnTo>
                    <a:pt x="1514" y="1"/>
                  </a:lnTo>
                  <a:lnTo>
                    <a:pt x="1535" y="105"/>
                  </a:lnTo>
                  <a:lnTo>
                    <a:pt x="1887" y="199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693;p19">
              <a:extLst>
                <a:ext uri="{FF2B5EF4-FFF2-40B4-BE49-F238E27FC236}">
                  <a16:creationId xmlns:a16="http://schemas.microsoft.com/office/drawing/2014/main" id="{1273A474-4537-45A9-B610-65CB4972B05E}"/>
                </a:ext>
              </a:extLst>
            </p:cNvPr>
            <p:cNvSpPr/>
            <p:nvPr/>
          </p:nvSpPr>
          <p:spPr>
            <a:xfrm>
              <a:off x="5923236" y="3309065"/>
              <a:ext cx="180494" cy="16240"/>
            </a:xfrm>
            <a:custGeom>
              <a:avLst/>
              <a:gdLst/>
              <a:ahLst/>
              <a:cxnLst/>
              <a:rect l="l" t="t" r="r" b="b"/>
              <a:pathLst>
                <a:path w="1167" h="105" extrusionOk="0">
                  <a:moveTo>
                    <a:pt x="1166" y="105"/>
                  </a:moveTo>
                  <a:lnTo>
                    <a:pt x="0" y="105"/>
                  </a:lnTo>
                  <a:lnTo>
                    <a:pt x="22" y="1"/>
                  </a:lnTo>
                  <a:lnTo>
                    <a:pt x="114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48" name="Picture 147">
            <a:extLst>
              <a:ext uri="{FF2B5EF4-FFF2-40B4-BE49-F238E27FC236}">
                <a16:creationId xmlns:a16="http://schemas.microsoft.com/office/drawing/2014/main" id="{3C5F282F-DA06-05B9-A1F1-97E449938FE3}"/>
              </a:ext>
            </a:extLst>
          </p:cNvPr>
          <p:cNvPicPr>
            <a:picLocks noChangeAspect="1"/>
          </p:cNvPicPr>
          <p:nvPr/>
        </p:nvPicPr>
        <p:blipFill>
          <a:blip r:embed="rId2"/>
          <a:stretch>
            <a:fillRect/>
          </a:stretch>
        </p:blipFill>
        <p:spPr>
          <a:xfrm rot="897120">
            <a:off x="6103804" y="205911"/>
            <a:ext cx="2297086" cy="4771168"/>
          </a:xfrm>
          <a:prstGeom prst="rect">
            <a:avLst/>
          </a:prstGeom>
        </p:spPr>
      </p:pic>
      <p:pic>
        <p:nvPicPr>
          <p:cNvPr id="295" name="Picture 294">
            <a:extLst>
              <a:ext uri="{FF2B5EF4-FFF2-40B4-BE49-F238E27FC236}">
                <a16:creationId xmlns:a16="http://schemas.microsoft.com/office/drawing/2014/main" id="{B6DBADBD-251C-ED7D-9E80-2CC53BB184D8}"/>
              </a:ext>
            </a:extLst>
          </p:cNvPr>
          <p:cNvPicPr>
            <a:picLocks noChangeAspect="1"/>
          </p:cNvPicPr>
          <p:nvPr/>
        </p:nvPicPr>
        <p:blipFill>
          <a:blip r:embed="rId3"/>
          <a:stretch>
            <a:fillRect/>
          </a:stretch>
        </p:blipFill>
        <p:spPr>
          <a:xfrm>
            <a:off x="134492" y="3917244"/>
            <a:ext cx="1190266" cy="1190266"/>
          </a:xfrm>
          <a:prstGeom prst="rect">
            <a:avLst/>
          </a:prstGeom>
        </p:spPr>
      </p:pic>
      <p:sp>
        <p:nvSpPr>
          <p:cNvPr id="26" name="Google Shape;681;p19">
            <a:extLst>
              <a:ext uri="{FF2B5EF4-FFF2-40B4-BE49-F238E27FC236}">
                <a16:creationId xmlns:a16="http://schemas.microsoft.com/office/drawing/2014/main" id="{A5FFB1AF-4A4E-C8E6-266E-6E0CB221A833}"/>
              </a:ext>
            </a:extLst>
          </p:cNvPr>
          <p:cNvSpPr txBox="1">
            <a:spLocks/>
          </p:cNvSpPr>
          <p:nvPr/>
        </p:nvSpPr>
        <p:spPr>
          <a:xfrm>
            <a:off x="0" y="227454"/>
            <a:ext cx="7018849" cy="103243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Fira Sans Extra Condensed"/>
              <a:buNone/>
              <a:defRPr sz="3600" b="1" i="0" u="none" strike="noStrike" cap="none">
                <a:solidFill>
                  <a:schemeClr val="dk1"/>
                </a:solidFill>
                <a:latin typeface="Fira Sans Extra Condensed"/>
                <a:ea typeface="Fira Sans Extra Condensed"/>
                <a:cs typeface="Fira Sans Extra Condensed"/>
                <a:sym typeface="Fira Sans Extra Condensed"/>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r>
              <a:rPr lang="en-GB" sz="4800" dirty="0">
                <a:solidFill>
                  <a:srgbClr val="FF6D2F"/>
                </a:solidFill>
                <a:latin typeface="UTM Talling" panose="02040603050506020204" pitchFamily="18" charset="0"/>
              </a:rPr>
              <a:t>CÔNG NGHỆ SỬ DỤNG</a:t>
            </a:r>
          </a:p>
        </p:txBody>
      </p:sp>
      <p:grpSp>
        <p:nvGrpSpPr>
          <p:cNvPr id="11" name="Google Shape;725;p19">
            <a:extLst>
              <a:ext uri="{FF2B5EF4-FFF2-40B4-BE49-F238E27FC236}">
                <a16:creationId xmlns:a16="http://schemas.microsoft.com/office/drawing/2014/main" id="{867F48A4-546E-80A5-1255-B1357EB29895}"/>
              </a:ext>
            </a:extLst>
          </p:cNvPr>
          <p:cNvGrpSpPr/>
          <p:nvPr/>
        </p:nvGrpSpPr>
        <p:grpSpPr>
          <a:xfrm>
            <a:off x="243785" y="1503289"/>
            <a:ext cx="5283402" cy="572700"/>
            <a:chOff x="457200" y="1663913"/>
            <a:chExt cx="5283402" cy="572700"/>
          </a:xfrm>
        </p:grpSpPr>
        <p:cxnSp>
          <p:nvCxnSpPr>
            <p:cNvPr id="12" name="Google Shape;726;p19">
              <a:extLst>
                <a:ext uri="{FF2B5EF4-FFF2-40B4-BE49-F238E27FC236}">
                  <a16:creationId xmlns:a16="http://schemas.microsoft.com/office/drawing/2014/main" id="{BD350044-A9B4-2D2E-A3A8-603D43C2B8C6}"/>
                </a:ext>
              </a:extLst>
            </p:cNvPr>
            <p:cNvCxnSpPr>
              <a:stCxn id="14" idx="3"/>
              <a:endCxn id="13" idx="1"/>
            </p:cNvCxnSpPr>
            <p:nvPr/>
          </p:nvCxnSpPr>
          <p:spPr>
            <a:xfrm>
              <a:off x="3117600" y="1950263"/>
              <a:ext cx="117300" cy="0"/>
            </a:xfrm>
            <a:prstGeom prst="straightConnector1">
              <a:avLst/>
            </a:prstGeom>
            <a:noFill/>
            <a:ln w="9525" cap="flat" cmpd="sng">
              <a:solidFill>
                <a:srgbClr val="000000"/>
              </a:solidFill>
              <a:prstDash val="solid"/>
              <a:round/>
              <a:headEnd type="none" w="med" len="med"/>
              <a:tailEnd type="none" w="med" len="med"/>
            </a:ln>
          </p:spPr>
        </p:cxnSp>
        <p:sp>
          <p:nvSpPr>
            <p:cNvPr id="13" name="Google Shape;728;p19">
              <a:extLst>
                <a:ext uri="{FF2B5EF4-FFF2-40B4-BE49-F238E27FC236}">
                  <a16:creationId xmlns:a16="http://schemas.microsoft.com/office/drawing/2014/main" id="{F8DB7100-509B-286B-5736-1C4D46A8B42A}"/>
                </a:ext>
              </a:extLst>
            </p:cNvPr>
            <p:cNvSpPr/>
            <p:nvPr/>
          </p:nvSpPr>
          <p:spPr>
            <a:xfrm>
              <a:off x="3235002" y="1663913"/>
              <a:ext cx="1758300" cy="572700"/>
            </a:xfrm>
            <a:prstGeom prst="roundRect">
              <a:avLst>
                <a:gd name="adj" fmla="val 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dirty="0">
                  <a:solidFill>
                    <a:schemeClr val="lt1"/>
                  </a:solidFill>
                  <a:latin typeface="Fira Sans Extra Condensed"/>
                  <a:ea typeface="Fira Sans Extra Condensed"/>
                  <a:cs typeface="Fira Sans Extra Condensed"/>
                  <a:sym typeface="Fira Sans Extra Condensed"/>
                </a:rPr>
                <a:t>CÔNG CỤ</a:t>
              </a:r>
              <a:endParaRPr b="1" dirty="0">
                <a:solidFill>
                  <a:schemeClr val="lt1"/>
                </a:solidFill>
                <a:latin typeface="Fira Sans Extra Condensed"/>
                <a:ea typeface="Fira Sans Extra Condensed"/>
                <a:cs typeface="Fira Sans Extra Condensed"/>
                <a:sym typeface="Fira Sans Extra Condensed"/>
              </a:endParaRPr>
            </a:p>
          </p:txBody>
        </p:sp>
        <p:sp>
          <p:nvSpPr>
            <p:cNvPr id="14" name="Google Shape;727;p19">
              <a:extLst>
                <a:ext uri="{FF2B5EF4-FFF2-40B4-BE49-F238E27FC236}">
                  <a16:creationId xmlns:a16="http://schemas.microsoft.com/office/drawing/2014/main" id="{ED07DC29-E681-05E6-593F-B46747052BAB}"/>
                </a:ext>
              </a:extLst>
            </p:cNvPr>
            <p:cNvSpPr/>
            <p:nvPr/>
          </p:nvSpPr>
          <p:spPr>
            <a:xfrm>
              <a:off x="457200" y="1663913"/>
              <a:ext cx="2660400" cy="572700"/>
            </a:xfrm>
            <a:prstGeom prst="roundRect">
              <a:avLst>
                <a:gd name="adj"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000" dirty="0">
                  <a:solidFill>
                    <a:schemeClr val="accent2">
                      <a:lumMod val="75000"/>
                    </a:schemeClr>
                  </a:solidFill>
                  <a:latin typeface="iCielBC Cubano Normal" panose="00000500000000000000" pitchFamily="50" charset="0"/>
                  <a:ea typeface="Roboto"/>
                  <a:cs typeface="Roboto"/>
                  <a:sym typeface="Roboto"/>
                </a:rPr>
                <a:t>Android Studio</a:t>
              </a:r>
              <a:endParaRPr sz="2000" dirty="0">
                <a:solidFill>
                  <a:schemeClr val="accent2">
                    <a:lumMod val="75000"/>
                  </a:schemeClr>
                </a:solidFill>
                <a:latin typeface="iCielBC Cubano Normal" panose="00000500000000000000" pitchFamily="50" charset="0"/>
                <a:ea typeface="Roboto"/>
                <a:cs typeface="Roboto"/>
                <a:sym typeface="Roboto"/>
              </a:endParaRPr>
            </a:p>
          </p:txBody>
        </p:sp>
        <p:cxnSp>
          <p:nvCxnSpPr>
            <p:cNvPr id="15" name="Google Shape;729;p19">
              <a:extLst>
                <a:ext uri="{FF2B5EF4-FFF2-40B4-BE49-F238E27FC236}">
                  <a16:creationId xmlns:a16="http://schemas.microsoft.com/office/drawing/2014/main" id="{71939BCF-CF3F-6CE7-6F43-641585A38A02}"/>
                </a:ext>
              </a:extLst>
            </p:cNvPr>
            <p:cNvCxnSpPr>
              <a:cxnSpLocks/>
              <a:stCxn id="13" idx="3"/>
            </p:cNvCxnSpPr>
            <p:nvPr/>
          </p:nvCxnSpPr>
          <p:spPr>
            <a:xfrm rot="10800000" flipH="1">
              <a:off x="4993302" y="1949963"/>
              <a:ext cx="747300" cy="300"/>
            </a:xfrm>
            <a:prstGeom prst="straightConnector1">
              <a:avLst/>
            </a:prstGeom>
            <a:noFill/>
            <a:ln w="9525" cap="flat" cmpd="sng">
              <a:solidFill>
                <a:schemeClr val="dk1"/>
              </a:solidFill>
              <a:prstDash val="solid"/>
              <a:round/>
              <a:headEnd type="none" w="med" len="med"/>
              <a:tailEnd type="none" w="med" len="med"/>
            </a:ln>
          </p:spPr>
        </p:cxnSp>
      </p:grpSp>
      <p:grpSp>
        <p:nvGrpSpPr>
          <p:cNvPr id="16" name="Google Shape;725;p19">
            <a:extLst>
              <a:ext uri="{FF2B5EF4-FFF2-40B4-BE49-F238E27FC236}">
                <a16:creationId xmlns:a16="http://schemas.microsoft.com/office/drawing/2014/main" id="{D00A0BD5-3201-068E-9170-C6984543036A}"/>
              </a:ext>
            </a:extLst>
          </p:cNvPr>
          <p:cNvGrpSpPr/>
          <p:nvPr/>
        </p:nvGrpSpPr>
        <p:grpSpPr>
          <a:xfrm>
            <a:off x="262484" y="2301679"/>
            <a:ext cx="5283402" cy="572700"/>
            <a:chOff x="457200" y="1663913"/>
            <a:chExt cx="5283402" cy="572700"/>
          </a:xfrm>
        </p:grpSpPr>
        <p:cxnSp>
          <p:nvCxnSpPr>
            <p:cNvPr id="17" name="Google Shape;726;p19">
              <a:extLst>
                <a:ext uri="{FF2B5EF4-FFF2-40B4-BE49-F238E27FC236}">
                  <a16:creationId xmlns:a16="http://schemas.microsoft.com/office/drawing/2014/main" id="{CE0B1A71-84E8-5EBD-0F9C-94BAB0224DC6}"/>
                </a:ext>
              </a:extLst>
            </p:cNvPr>
            <p:cNvCxnSpPr>
              <a:stCxn id="19" idx="3"/>
              <a:endCxn id="18" idx="1"/>
            </p:cNvCxnSpPr>
            <p:nvPr/>
          </p:nvCxnSpPr>
          <p:spPr>
            <a:xfrm>
              <a:off x="3117600" y="1950263"/>
              <a:ext cx="117300" cy="0"/>
            </a:xfrm>
            <a:prstGeom prst="straightConnector1">
              <a:avLst/>
            </a:prstGeom>
            <a:noFill/>
            <a:ln w="9525" cap="flat" cmpd="sng">
              <a:solidFill>
                <a:srgbClr val="000000"/>
              </a:solidFill>
              <a:prstDash val="solid"/>
              <a:round/>
              <a:headEnd type="none" w="med" len="med"/>
              <a:tailEnd type="none" w="med" len="med"/>
            </a:ln>
          </p:spPr>
        </p:cxnSp>
        <p:sp>
          <p:nvSpPr>
            <p:cNvPr id="18" name="Google Shape;728;p19">
              <a:extLst>
                <a:ext uri="{FF2B5EF4-FFF2-40B4-BE49-F238E27FC236}">
                  <a16:creationId xmlns:a16="http://schemas.microsoft.com/office/drawing/2014/main" id="{DD61EF18-6C19-E870-BB31-9034DDC4421A}"/>
                </a:ext>
              </a:extLst>
            </p:cNvPr>
            <p:cNvSpPr/>
            <p:nvPr/>
          </p:nvSpPr>
          <p:spPr>
            <a:xfrm>
              <a:off x="3235002" y="1663913"/>
              <a:ext cx="1758300" cy="572700"/>
            </a:xfrm>
            <a:prstGeom prst="roundRect">
              <a:avLst>
                <a:gd name="adj" fmla="val 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dirty="0">
                  <a:solidFill>
                    <a:schemeClr val="lt1"/>
                  </a:solidFill>
                  <a:latin typeface="Fira Sans Extra Condensed"/>
                  <a:ea typeface="Fira Sans Extra Condensed"/>
                  <a:cs typeface="Fira Sans Extra Condensed"/>
                  <a:sym typeface="Fira Sans Extra Condensed"/>
                </a:rPr>
                <a:t>DATABASE</a:t>
              </a:r>
              <a:endParaRPr b="1" dirty="0">
                <a:solidFill>
                  <a:schemeClr val="lt1"/>
                </a:solidFill>
                <a:latin typeface="Fira Sans Extra Condensed"/>
                <a:ea typeface="Fira Sans Extra Condensed"/>
                <a:cs typeface="Fira Sans Extra Condensed"/>
                <a:sym typeface="Fira Sans Extra Condensed"/>
              </a:endParaRPr>
            </a:p>
          </p:txBody>
        </p:sp>
        <p:sp>
          <p:nvSpPr>
            <p:cNvPr id="19" name="Google Shape;727;p19">
              <a:extLst>
                <a:ext uri="{FF2B5EF4-FFF2-40B4-BE49-F238E27FC236}">
                  <a16:creationId xmlns:a16="http://schemas.microsoft.com/office/drawing/2014/main" id="{7B3A23F3-F6AA-48F8-6ADE-F2C4D3A84D12}"/>
                </a:ext>
              </a:extLst>
            </p:cNvPr>
            <p:cNvSpPr/>
            <p:nvPr/>
          </p:nvSpPr>
          <p:spPr>
            <a:xfrm>
              <a:off x="457200" y="1663913"/>
              <a:ext cx="2660400" cy="572700"/>
            </a:xfrm>
            <a:prstGeom prst="roundRect">
              <a:avLst>
                <a:gd name="adj"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000" dirty="0">
                  <a:solidFill>
                    <a:schemeClr val="accent2">
                      <a:lumMod val="75000"/>
                    </a:schemeClr>
                  </a:solidFill>
                  <a:latin typeface="iCielBC Cubano Normal" panose="00000500000000000000" pitchFamily="50" charset="0"/>
                  <a:ea typeface="Roboto"/>
                  <a:cs typeface="Roboto"/>
                  <a:sym typeface="Roboto"/>
                </a:rPr>
                <a:t>SQLite, Firebase </a:t>
              </a:r>
              <a:endParaRPr sz="2000" dirty="0">
                <a:solidFill>
                  <a:schemeClr val="accent2">
                    <a:lumMod val="75000"/>
                  </a:schemeClr>
                </a:solidFill>
                <a:latin typeface="iCielBC Cubano Normal" panose="00000500000000000000" pitchFamily="50" charset="0"/>
                <a:ea typeface="Roboto"/>
                <a:cs typeface="Roboto"/>
                <a:sym typeface="Roboto"/>
              </a:endParaRPr>
            </a:p>
          </p:txBody>
        </p:sp>
        <p:cxnSp>
          <p:nvCxnSpPr>
            <p:cNvPr id="20" name="Google Shape;729;p19">
              <a:extLst>
                <a:ext uri="{FF2B5EF4-FFF2-40B4-BE49-F238E27FC236}">
                  <a16:creationId xmlns:a16="http://schemas.microsoft.com/office/drawing/2014/main" id="{9ACD0496-CCA0-7D7C-00CD-881DD1161D6A}"/>
                </a:ext>
              </a:extLst>
            </p:cNvPr>
            <p:cNvCxnSpPr>
              <a:cxnSpLocks/>
              <a:stCxn id="18" idx="3"/>
            </p:cNvCxnSpPr>
            <p:nvPr/>
          </p:nvCxnSpPr>
          <p:spPr>
            <a:xfrm rot="10800000" flipH="1">
              <a:off x="4993302" y="1949963"/>
              <a:ext cx="747300" cy="300"/>
            </a:xfrm>
            <a:prstGeom prst="straightConnector1">
              <a:avLst/>
            </a:prstGeom>
            <a:noFill/>
            <a:ln w="9525" cap="flat" cmpd="sng">
              <a:solidFill>
                <a:schemeClr val="dk1"/>
              </a:solidFill>
              <a:prstDash val="solid"/>
              <a:round/>
              <a:headEnd type="none" w="med" len="med"/>
              <a:tailEnd type="none" w="med" len="med"/>
            </a:ln>
          </p:spPr>
        </p:cxnSp>
      </p:grpSp>
      <p:grpSp>
        <p:nvGrpSpPr>
          <p:cNvPr id="21" name="Google Shape;725;p19">
            <a:extLst>
              <a:ext uri="{FF2B5EF4-FFF2-40B4-BE49-F238E27FC236}">
                <a16:creationId xmlns:a16="http://schemas.microsoft.com/office/drawing/2014/main" id="{6245B2F4-1C97-4289-C1E7-B4A00D67BBAB}"/>
              </a:ext>
            </a:extLst>
          </p:cNvPr>
          <p:cNvGrpSpPr/>
          <p:nvPr/>
        </p:nvGrpSpPr>
        <p:grpSpPr>
          <a:xfrm>
            <a:off x="255882" y="3080657"/>
            <a:ext cx="5283402" cy="572700"/>
            <a:chOff x="457200" y="1663913"/>
            <a:chExt cx="5283402" cy="572700"/>
          </a:xfrm>
        </p:grpSpPr>
        <p:cxnSp>
          <p:nvCxnSpPr>
            <p:cNvPr id="22" name="Google Shape;726;p19">
              <a:extLst>
                <a:ext uri="{FF2B5EF4-FFF2-40B4-BE49-F238E27FC236}">
                  <a16:creationId xmlns:a16="http://schemas.microsoft.com/office/drawing/2014/main" id="{0FBAC585-A564-F9F2-5A3D-50D939BE10AD}"/>
                </a:ext>
              </a:extLst>
            </p:cNvPr>
            <p:cNvCxnSpPr>
              <a:stCxn id="24" idx="3"/>
              <a:endCxn id="23" idx="1"/>
            </p:cNvCxnSpPr>
            <p:nvPr/>
          </p:nvCxnSpPr>
          <p:spPr>
            <a:xfrm>
              <a:off x="3117600" y="1950263"/>
              <a:ext cx="117300" cy="0"/>
            </a:xfrm>
            <a:prstGeom prst="straightConnector1">
              <a:avLst/>
            </a:prstGeom>
            <a:noFill/>
            <a:ln w="9525" cap="flat" cmpd="sng">
              <a:solidFill>
                <a:srgbClr val="000000"/>
              </a:solidFill>
              <a:prstDash val="solid"/>
              <a:round/>
              <a:headEnd type="none" w="med" len="med"/>
              <a:tailEnd type="none" w="med" len="med"/>
            </a:ln>
          </p:spPr>
        </p:cxnSp>
        <p:sp>
          <p:nvSpPr>
            <p:cNvPr id="23" name="Google Shape;728;p19">
              <a:extLst>
                <a:ext uri="{FF2B5EF4-FFF2-40B4-BE49-F238E27FC236}">
                  <a16:creationId xmlns:a16="http://schemas.microsoft.com/office/drawing/2014/main" id="{6FA85625-6AF9-4814-AC9D-49A1D6B301D1}"/>
                </a:ext>
              </a:extLst>
            </p:cNvPr>
            <p:cNvSpPr/>
            <p:nvPr/>
          </p:nvSpPr>
          <p:spPr>
            <a:xfrm>
              <a:off x="3235002" y="1663913"/>
              <a:ext cx="1758300" cy="572700"/>
            </a:xfrm>
            <a:prstGeom prst="roundRect">
              <a:avLst>
                <a:gd name="adj" fmla="val 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dirty="0">
                  <a:solidFill>
                    <a:schemeClr val="lt1"/>
                  </a:solidFill>
                  <a:latin typeface="Fira Sans Extra Condensed"/>
                  <a:ea typeface="Fira Sans Extra Condensed"/>
                  <a:cs typeface="Fira Sans Extra Condensed"/>
                  <a:sym typeface="Fira Sans Extra Condensed"/>
                </a:rPr>
                <a:t>NGÔN NGỮ</a:t>
              </a:r>
              <a:endParaRPr b="1" dirty="0">
                <a:solidFill>
                  <a:schemeClr val="lt1"/>
                </a:solidFill>
                <a:latin typeface="Fira Sans Extra Condensed"/>
                <a:ea typeface="Fira Sans Extra Condensed"/>
                <a:cs typeface="Fira Sans Extra Condensed"/>
                <a:sym typeface="Fira Sans Extra Condensed"/>
              </a:endParaRPr>
            </a:p>
          </p:txBody>
        </p:sp>
        <p:sp>
          <p:nvSpPr>
            <p:cNvPr id="24" name="Google Shape;727;p19">
              <a:extLst>
                <a:ext uri="{FF2B5EF4-FFF2-40B4-BE49-F238E27FC236}">
                  <a16:creationId xmlns:a16="http://schemas.microsoft.com/office/drawing/2014/main" id="{2429193B-A9DA-D4EA-2CA2-778A0B7D74DB}"/>
                </a:ext>
              </a:extLst>
            </p:cNvPr>
            <p:cNvSpPr/>
            <p:nvPr/>
          </p:nvSpPr>
          <p:spPr>
            <a:xfrm>
              <a:off x="457200" y="1663913"/>
              <a:ext cx="2660400" cy="572700"/>
            </a:xfrm>
            <a:prstGeom prst="roundRect">
              <a:avLst>
                <a:gd name="adj"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000" dirty="0">
                  <a:solidFill>
                    <a:schemeClr val="accent2">
                      <a:lumMod val="75000"/>
                    </a:schemeClr>
                  </a:solidFill>
                  <a:latin typeface="iCielBC Cubano Normal" panose="00000500000000000000" pitchFamily="50" charset="0"/>
                  <a:ea typeface="Roboto"/>
                  <a:cs typeface="Roboto"/>
                  <a:sym typeface="Roboto"/>
                </a:rPr>
                <a:t>Java</a:t>
              </a:r>
            </a:p>
          </p:txBody>
        </p:sp>
        <p:cxnSp>
          <p:nvCxnSpPr>
            <p:cNvPr id="25" name="Google Shape;729;p19">
              <a:extLst>
                <a:ext uri="{FF2B5EF4-FFF2-40B4-BE49-F238E27FC236}">
                  <a16:creationId xmlns:a16="http://schemas.microsoft.com/office/drawing/2014/main" id="{C64F420B-D453-1EC5-C2AB-D0C9072A5860}"/>
                </a:ext>
              </a:extLst>
            </p:cNvPr>
            <p:cNvCxnSpPr>
              <a:cxnSpLocks/>
              <a:stCxn id="23" idx="3"/>
            </p:cNvCxnSpPr>
            <p:nvPr/>
          </p:nvCxnSpPr>
          <p:spPr>
            <a:xfrm rot="10800000" flipH="1">
              <a:off x="4993302" y="1949963"/>
              <a:ext cx="747300" cy="3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39904588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Google Shape;682;p19">
            <a:extLst>
              <a:ext uri="{FF2B5EF4-FFF2-40B4-BE49-F238E27FC236}">
                <a16:creationId xmlns:a16="http://schemas.microsoft.com/office/drawing/2014/main" id="{9387AC8C-60D8-4E50-8E1D-AC74710FDA94}"/>
              </a:ext>
            </a:extLst>
          </p:cNvPr>
          <p:cNvSpPr/>
          <p:nvPr/>
        </p:nvSpPr>
        <p:spPr>
          <a:xfrm>
            <a:off x="5810485" y="1789639"/>
            <a:ext cx="405841" cy="321239"/>
          </a:xfrm>
          <a:custGeom>
            <a:avLst/>
            <a:gdLst/>
            <a:ahLst/>
            <a:cxnLst/>
            <a:rect l="l" t="t" r="r" b="b"/>
            <a:pathLst>
              <a:path w="2624" h="2077" extrusionOk="0">
                <a:moveTo>
                  <a:pt x="2624" y="460"/>
                </a:moveTo>
                <a:lnTo>
                  <a:pt x="2385" y="954"/>
                </a:lnTo>
                <a:lnTo>
                  <a:pt x="1939" y="681"/>
                </a:lnTo>
                <a:lnTo>
                  <a:pt x="1939" y="2077"/>
                </a:lnTo>
                <a:lnTo>
                  <a:pt x="686" y="2077"/>
                </a:lnTo>
                <a:lnTo>
                  <a:pt x="686" y="681"/>
                </a:lnTo>
                <a:lnTo>
                  <a:pt x="239" y="954"/>
                </a:lnTo>
                <a:lnTo>
                  <a:pt x="1" y="460"/>
                </a:lnTo>
                <a:lnTo>
                  <a:pt x="651" y="0"/>
                </a:lnTo>
                <a:lnTo>
                  <a:pt x="985" y="0"/>
                </a:lnTo>
                <a:cubicBezTo>
                  <a:pt x="1041" y="126"/>
                  <a:pt x="1167" y="213"/>
                  <a:pt x="1310" y="213"/>
                </a:cubicBezTo>
                <a:cubicBezTo>
                  <a:pt x="1458" y="213"/>
                  <a:pt x="1583" y="126"/>
                  <a:pt x="1640" y="0"/>
                </a:cubicBezTo>
                <a:lnTo>
                  <a:pt x="196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6" name="Google Shape;691;p19">
            <a:extLst>
              <a:ext uri="{FF2B5EF4-FFF2-40B4-BE49-F238E27FC236}">
                <a16:creationId xmlns:a16="http://schemas.microsoft.com/office/drawing/2014/main" id="{F51E1DB4-49EC-4E74-8251-000D31820C15}"/>
              </a:ext>
            </a:extLst>
          </p:cNvPr>
          <p:cNvGrpSpPr/>
          <p:nvPr/>
        </p:nvGrpSpPr>
        <p:grpSpPr>
          <a:xfrm>
            <a:off x="5866164" y="3309065"/>
            <a:ext cx="293864" cy="321394"/>
            <a:chOff x="5866164" y="3309065"/>
            <a:chExt cx="293864" cy="321394"/>
          </a:xfrm>
        </p:grpSpPr>
        <p:sp>
          <p:nvSpPr>
            <p:cNvPr id="257" name="Google Shape;692;p19">
              <a:extLst>
                <a:ext uri="{FF2B5EF4-FFF2-40B4-BE49-F238E27FC236}">
                  <a16:creationId xmlns:a16="http://schemas.microsoft.com/office/drawing/2014/main" id="{3AF04BE6-838A-4D5E-9E4A-525B858FCC08}"/>
                </a:ext>
              </a:extLst>
            </p:cNvPr>
            <p:cNvSpPr/>
            <p:nvPr/>
          </p:nvSpPr>
          <p:spPr>
            <a:xfrm>
              <a:off x="5866164" y="3309065"/>
              <a:ext cx="293864" cy="321394"/>
            </a:xfrm>
            <a:custGeom>
              <a:avLst/>
              <a:gdLst/>
              <a:ahLst/>
              <a:cxnLst/>
              <a:rect l="l" t="t" r="r" b="b"/>
              <a:pathLst>
                <a:path w="1900" h="2078" extrusionOk="0">
                  <a:moveTo>
                    <a:pt x="1900" y="2078"/>
                  </a:moveTo>
                  <a:lnTo>
                    <a:pt x="1375" y="2078"/>
                  </a:lnTo>
                  <a:lnTo>
                    <a:pt x="1353" y="1991"/>
                  </a:lnTo>
                  <a:lnTo>
                    <a:pt x="985" y="651"/>
                  </a:lnTo>
                  <a:lnTo>
                    <a:pt x="920" y="651"/>
                  </a:lnTo>
                  <a:lnTo>
                    <a:pt x="551" y="1991"/>
                  </a:lnTo>
                  <a:lnTo>
                    <a:pt x="525" y="2078"/>
                  </a:lnTo>
                  <a:lnTo>
                    <a:pt x="1" y="2078"/>
                  </a:lnTo>
                  <a:lnTo>
                    <a:pt x="18" y="1991"/>
                  </a:lnTo>
                  <a:lnTo>
                    <a:pt x="369" y="105"/>
                  </a:lnTo>
                  <a:lnTo>
                    <a:pt x="391" y="1"/>
                  </a:lnTo>
                  <a:lnTo>
                    <a:pt x="1514" y="1"/>
                  </a:lnTo>
                  <a:lnTo>
                    <a:pt x="1535" y="105"/>
                  </a:lnTo>
                  <a:lnTo>
                    <a:pt x="1887" y="199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693;p19">
              <a:extLst>
                <a:ext uri="{FF2B5EF4-FFF2-40B4-BE49-F238E27FC236}">
                  <a16:creationId xmlns:a16="http://schemas.microsoft.com/office/drawing/2014/main" id="{1273A474-4537-45A9-B610-65CB4972B05E}"/>
                </a:ext>
              </a:extLst>
            </p:cNvPr>
            <p:cNvSpPr/>
            <p:nvPr/>
          </p:nvSpPr>
          <p:spPr>
            <a:xfrm>
              <a:off x="5923236" y="3309065"/>
              <a:ext cx="180494" cy="16240"/>
            </a:xfrm>
            <a:custGeom>
              <a:avLst/>
              <a:gdLst/>
              <a:ahLst/>
              <a:cxnLst/>
              <a:rect l="l" t="t" r="r" b="b"/>
              <a:pathLst>
                <a:path w="1167" h="105" extrusionOk="0">
                  <a:moveTo>
                    <a:pt x="1166" y="105"/>
                  </a:moveTo>
                  <a:lnTo>
                    <a:pt x="0" y="105"/>
                  </a:lnTo>
                  <a:lnTo>
                    <a:pt x="22" y="1"/>
                  </a:lnTo>
                  <a:lnTo>
                    <a:pt x="114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95" name="Picture 294">
            <a:extLst>
              <a:ext uri="{FF2B5EF4-FFF2-40B4-BE49-F238E27FC236}">
                <a16:creationId xmlns:a16="http://schemas.microsoft.com/office/drawing/2014/main" id="{B6DBADBD-251C-ED7D-9E80-2CC53BB184D8}"/>
              </a:ext>
            </a:extLst>
          </p:cNvPr>
          <p:cNvPicPr>
            <a:picLocks noChangeAspect="1"/>
          </p:cNvPicPr>
          <p:nvPr/>
        </p:nvPicPr>
        <p:blipFill>
          <a:blip r:embed="rId2"/>
          <a:stretch>
            <a:fillRect/>
          </a:stretch>
        </p:blipFill>
        <p:spPr>
          <a:xfrm>
            <a:off x="134492" y="3917244"/>
            <a:ext cx="1190266" cy="1190266"/>
          </a:xfrm>
          <a:prstGeom prst="rect">
            <a:avLst/>
          </a:prstGeom>
        </p:spPr>
      </p:pic>
      <p:pic>
        <p:nvPicPr>
          <p:cNvPr id="28" name="Picture 27">
            <a:extLst>
              <a:ext uri="{FF2B5EF4-FFF2-40B4-BE49-F238E27FC236}">
                <a16:creationId xmlns:a16="http://schemas.microsoft.com/office/drawing/2014/main" id="{E3B2DB27-E3D9-7124-8C65-8C50697C183C}"/>
              </a:ext>
            </a:extLst>
          </p:cNvPr>
          <p:cNvPicPr>
            <a:picLocks noChangeAspect="1"/>
          </p:cNvPicPr>
          <p:nvPr/>
        </p:nvPicPr>
        <p:blipFill>
          <a:blip r:embed="rId3"/>
          <a:stretch>
            <a:fillRect/>
          </a:stretch>
        </p:blipFill>
        <p:spPr>
          <a:xfrm>
            <a:off x="0" y="-20825"/>
            <a:ext cx="5809866" cy="5164325"/>
          </a:xfrm>
          <a:prstGeom prst="rect">
            <a:avLst/>
          </a:prstGeom>
        </p:spPr>
      </p:pic>
      <p:pic>
        <p:nvPicPr>
          <p:cNvPr id="148" name="Picture 147">
            <a:extLst>
              <a:ext uri="{FF2B5EF4-FFF2-40B4-BE49-F238E27FC236}">
                <a16:creationId xmlns:a16="http://schemas.microsoft.com/office/drawing/2014/main" id="{3C5F282F-DA06-05B9-A1F1-97E449938FE3}"/>
              </a:ext>
            </a:extLst>
          </p:cNvPr>
          <p:cNvPicPr>
            <a:picLocks noChangeAspect="1"/>
          </p:cNvPicPr>
          <p:nvPr/>
        </p:nvPicPr>
        <p:blipFill>
          <a:blip r:embed="rId4"/>
          <a:stretch>
            <a:fillRect/>
          </a:stretch>
        </p:blipFill>
        <p:spPr>
          <a:xfrm rot="897120">
            <a:off x="6103804" y="205911"/>
            <a:ext cx="2297086" cy="4771168"/>
          </a:xfrm>
          <a:prstGeom prst="rect">
            <a:avLst/>
          </a:prstGeom>
        </p:spPr>
      </p:pic>
      <p:sp>
        <p:nvSpPr>
          <p:cNvPr id="26" name="Google Shape;681;p19">
            <a:extLst>
              <a:ext uri="{FF2B5EF4-FFF2-40B4-BE49-F238E27FC236}">
                <a16:creationId xmlns:a16="http://schemas.microsoft.com/office/drawing/2014/main" id="{A5FFB1AF-4A4E-C8E6-266E-6E0CB221A833}"/>
              </a:ext>
            </a:extLst>
          </p:cNvPr>
          <p:cNvSpPr txBox="1">
            <a:spLocks/>
          </p:cNvSpPr>
          <p:nvPr/>
        </p:nvSpPr>
        <p:spPr>
          <a:xfrm>
            <a:off x="58549" y="0"/>
            <a:ext cx="1191144" cy="103243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Fira Sans Extra Condensed"/>
              <a:buNone/>
              <a:defRPr sz="3600" b="1" i="0" u="none" strike="noStrike" cap="none">
                <a:solidFill>
                  <a:schemeClr val="dk1"/>
                </a:solidFill>
                <a:latin typeface="Fira Sans Extra Condensed"/>
                <a:ea typeface="Fira Sans Extra Condensed"/>
                <a:cs typeface="Fira Sans Extra Condensed"/>
                <a:sym typeface="Fira Sans Extra Condensed"/>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r>
              <a:rPr lang="en-GB" sz="4800" dirty="0">
                <a:solidFill>
                  <a:srgbClr val="FF6D2F"/>
                </a:solidFill>
                <a:latin typeface="UTM Talling" panose="02040603050506020204" pitchFamily="18" charset="0"/>
              </a:rPr>
              <a:t>ERD</a:t>
            </a:r>
          </a:p>
        </p:txBody>
      </p:sp>
    </p:spTree>
    <p:extLst>
      <p:ext uri="{BB962C8B-B14F-4D97-AF65-F5344CB8AC3E}">
        <p14:creationId xmlns:p14="http://schemas.microsoft.com/office/powerpoint/2010/main" val="29301819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Google Shape;682;p19">
            <a:extLst>
              <a:ext uri="{FF2B5EF4-FFF2-40B4-BE49-F238E27FC236}">
                <a16:creationId xmlns:a16="http://schemas.microsoft.com/office/drawing/2014/main" id="{9387AC8C-60D8-4E50-8E1D-AC74710FDA94}"/>
              </a:ext>
            </a:extLst>
          </p:cNvPr>
          <p:cNvSpPr/>
          <p:nvPr/>
        </p:nvSpPr>
        <p:spPr>
          <a:xfrm>
            <a:off x="5810485" y="1789639"/>
            <a:ext cx="405841" cy="321239"/>
          </a:xfrm>
          <a:custGeom>
            <a:avLst/>
            <a:gdLst/>
            <a:ahLst/>
            <a:cxnLst/>
            <a:rect l="l" t="t" r="r" b="b"/>
            <a:pathLst>
              <a:path w="2624" h="2077" extrusionOk="0">
                <a:moveTo>
                  <a:pt x="2624" y="460"/>
                </a:moveTo>
                <a:lnTo>
                  <a:pt x="2385" y="954"/>
                </a:lnTo>
                <a:lnTo>
                  <a:pt x="1939" y="681"/>
                </a:lnTo>
                <a:lnTo>
                  <a:pt x="1939" y="2077"/>
                </a:lnTo>
                <a:lnTo>
                  <a:pt x="686" y="2077"/>
                </a:lnTo>
                <a:lnTo>
                  <a:pt x="686" y="681"/>
                </a:lnTo>
                <a:lnTo>
                  <a:pt x="239" y="954"/>
                </a:lnTo>
                <a:lnTo>
                  <a:pt x="1" y="460"/>
                </a:lnTo>
                <a:lnTo>
                  <a:pt x="651" y="0"/>
                </a:lnTo>
                <a:lnTo>
                  <a:pt x="985" y="0"/>
                </a:lnTo>
                <a:cubicBezTo>
                  <a:pt x="1041" y="126"/>
                  <a:pt x="1167" y="213"/>
                  <a:pt x="1310" y="213"/>
                </a:cubicBezTo>
                <a:cubicBezTo>
                  <a:pt x="1458" y="213"/>
                  <a:pt x="1583" y="126"/>
                  <a:pt x="1640" y="0"/>
                </a:cubicBezTo>
                <a:lnTo>
                  <a:pt x="196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6" name="Google Shape;691;p19">
            <a:extLst>
              <a:ext uri="{FF2B5EF4-FFF2-40B4-BE49-F238E27FC236}">
                <a16:creationId xmlns:a16="http://schemas.microsoft.com/office/drawing/2014/main" id="{F51E1DB4-49EC-4E74-8251-000D31820C15}"/>
              </a:ext>
            </a:extLst>
          </p:cNvPr>
          <p:cNvGrpSpPr/>
          <p:nvPr/>
        </p:nvGrpSpPr>
        <p:grpSpPr>
          <a:xfrm>
            <a:off x="5866164" y="3309065"/>
            <a:ext cx="293864" cy="321394"/>
            <a:chOff x="5866164" y="3309065"/>
            <a:chExt cx="293864" cy="321394"/>
          </a:xfrm>
        </p:grpSpPr>
        <p:sp>
          <p:nvSpPr>
            <p:cNvPr id="257" name="Google Shape;692;p19">
              <a:extLst>
                <a:ext uri="{FF2B5EF4-FFF2-40B4-BE49-F238E27FC236}">
                  <a16:creationId xmlns:a16="http://schemas.microsoft.com/office/drawing/2014/main" id="{3AF04BE6-838A-4D5E-9E4A-525B858FCC08}"/>
                </a:ext>
              </a:extLst>
            </p:cNvPr>
            <p:cNvSpPr/>
            <p:nvPr/>
          </p:nvSpPr>
          <p:spPr>
            <a:xfrm>
              <a:off x="5866164" y="3309065"/>
              <a:ext cx="293864" cy="321394"/>
            </a:xfrm>
            <a:custGeom>
              <a:avLst/>
              <a:gdLst/>
              <a:ahLst/>
              <a:cxnLst/>
              <a:rect l="l" t="t" r="r" b="b"/>
              <a:pathLst>
                <a:path w="1900" h="2078" extrusionOk="0">
                  <a:moveTo>
                    <a:pt x="1900" y="2078"/>
                  </a:moveTo>
                  <a:lnTo>
                    <a:pt x="1375" y="2078"/>
                  </a:lnTo>
                  <a:lnTo>
                    <a:pt x="1353" y="1991"/>
                  </a:lnTo>
                  <a:lnTo>
                    <a:pt x="985" y="651"/>
                  </a:lnTo>
                  <a:lnTo>
                    <a:pt x="920" y="651"/>
                  </a:lnTo>
                  <a:lnTo>
                    <a:pt x="551" y="1991"/>
                  </a:lnTo>
                  <a:lnTo>
                    <a:pt x="525" y="2078"/>
                  </a:lnTo>
                  <a:lnTo>
                    <a:pt x="1" y="2078"/>
                  </a:lnTo>
                  <a:lnTo>
                    <a:pt x="18" y="1991"/>
                  </a:lnTo>
                  <a:lnTo>
                    <a:pt x="369" y="105"/>
                  </a:lnTo>
                  <a:lnTo>
                    <a:pt x="391" y="1"/>
                  </a:lnTo>
                  <a:lnTo>
                    <a:pt x="1514" y="1"/>
                  </a:lnTo>
                  <a:lnTo>
                    <a:pt x="1535" y="105"/>
                  </a:lnTo>
                  <a:lnTo>
                    <a:pt x="1887" y="199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693;p19">
              <a:extLst>
                <a:ext uri="{FF2B5EF4-FFF2-40B4-BE49-F238E27FC236}">
                  <a16:creationId xmlns:a16="http://schemas.microsoft.com/office/drawing/2014/main" id="{1273A474-4537-45A9-B610-65CB4972B05E}"/>
                </a:ext>
              </a:extLst>
            </p:cNvPr>
            <p:cNvSpPr/>
            <p:nvPr/>
          </p:nvSpPr>
          <p:spPr>
            <a:xfrm>
              <a:off x="5923236" y="3309065"/>
              <a:ext cx="180494" cy="16240"/>
            </a:xfrm>
            <a:custGeom>
              <a:avLst/>
              <a:gdLst/>
              <a:ahLst/>
              <a:cxnLst/>
              <a:rect l="l" t="t" r="r" b="b"/>
              <a:pathLst>
                <a:path w="1167" h="105" extrusionOk="0">
                  <a:moveTo>
                    <a:pt x="1166" y="105"/>
                  </a:moveTo>
                  <a:lnTo>
                    <a:pt x="0" y="105"/>
                  </a:lnTo>
                  <a:lnTo>
                    <a:pt x="22" y="1"/>
                  </a:lnTo>
                  <a:lnTo>
                    <a:pt x="114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 name="Google Shape;681;p19">
            <a:extLst>
              <a:ext uri="{FF2B5EF4-FFF2-40B4-BE49-F238E27FC236}">
                <a16:creationId xmlns:a16="http://schemas.microsoft.com/office/drawing/2014/main" id="{A5FFB1AF-4A4E-C8E6-266E-6E0CB221A833}"/>
              </a:ext>
            </a:extLst>
          </p:cNvPr>
          <p:cNvSpPr txBox="1">
            <a:spLocks/>
          </p:cNvSpPr>
          <p:nvPr/>
        </p:nvSpPr>
        <p:spPr>
          <a:xfrm>
            <a:off x="0" y="0"/>
            <a:ext cx="9144000" cy="59145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Fira Sans Extra Condensed"/>
              <a:buNone/>
              <a:defRPr sz="3600" b="1" i="0" u="none" strike="noStrike" cap="none">
                <a:solidFill>
                  <a:schemeClr val="dk1"/>
                </a:solidFill>
                <a:latin typeface="Fira Sans Extra Condensed"/>
                <a:ea typeface="Fira Sans Extra Condensed"/>
                <a:cs typeface="Fira Sans Extra Condensed"/>
                <a:sym typeface="Fira Sans Extra Condensed"/>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r>
              <a:rPr lang="en-GB" sz="2800" dirty="0">
                <a:solidFill>
                  <a:srgbClr val="FF6D2F"/>
                </a:solidFill>
                <a:latin typeface="UTM Talling" panose="02040603050506020204" pitchFamily="18" charset="0"/>
              </a:rPr>
              <a:t>CHỨC NĂNG ĐĂNG NHẬP NGƯỜI DÙNG</a:t>
            </a:r>
          </a:p>
        </p:txBody>
      </p:sp>
      <p:pic>
        <p:nvPicPr>
          <p:cNvPr id="10" name="Picture 9">
            <a:extLst>
              <a:ext uri="{FF2B5EF4-FFF2-40B4-BE49-F238E27FC236}">
                <a16:creationId xmlns:a16="http://schemas.microsoft.com/office/drawing/2014/main" id="{E1421CDF-9BC2-3A60-86A7-F3269C7BB02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9506" y="828660"/>
            <a:ext cx="2043815" cy="4314322"/>
          </a:xfrm>
          <a:prstGeom prst="rect">
            <a:avLst/>
          </a:prstGeom>
          <a:noFill/>
          <a:ln>
            <a:noFill/>
          </a:ln>
        </p:spPr>
      </p:pic>
      <p:pic>
        <p:nvPicPr>
          <p:cNvPr id="13" name="Picture 12">
            <a:extLst>
              <a:ext uri="{FF2B5EF4-FFF2-40B4-BE49-F238E27FC236}">
                <a16:creationId xmlns:a16="http://schemas.microsoft.com/office/drawing/2014/main" id="{7C92B3F0-20C0-0D8F-816D-48A84400130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46290" y="828660"/>
            <a:ext cx="2043816" cy="4313804"/>
          </a:xfrm>
          <a:prstGeom prst="rect">
            <a:avLst/>
          </a:prstGeom>
          <a:noFill/>
          <a:ln>
            <a:noFill/>
          </a:ln>
        </p:spPr>
      </p:pic>
      <p:pic>
        <p:nvPicPr>
          <p:cNvPr id="5" name="Picture 4">
            <a:extLst>
              <a:ext uri="{FF2B5EF4-FFF2-40B4-BE49-F238E27FC236}">
                <a16:creationId xmlns:a16="http://schemas.microsoft.com/office/drawing/2014/main" id="{56566459-A33D-8DD4-75A2-2FE0E5352310}"/>
              </a:ext>
            </a:extLst>
          </p:cNvPr>
          <p:cNvPicPr>
            <a:picLocks noChangeAspect="1"/>
          </p:cNvPicPr>
          <p:nvPr/>
        </p:nvPicPr>
        <p:blipFill>
          <a:blip r:embed="rId4"/>
          <a:stretch>
            <a:fillRect/>
          </a:stretch>
        </p:blipFill>
        <p:spPr>
          <a:xfrm>
            <a:off x="5609594" y="828660"/>
            <a:ext cx="1942173" cy="4315940"/>
          </a:xfrm>
          <a:prstGeom prst="rect">
            <a:avLst/>
          </a:prstGeom>
        </p:spPr>
      </p:pic>
    </p:spTree>
    <p:extLst>
      <p:ext uri="{BB962C8B-B14F-4D97-AF65-F5344CB8AC3E}">
        <p14:creationId xmlns:p14="http://schemas.microsoft.com/office/powerpoint/2010/main" val="26921987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Google Shape;682;p19">
            <a:extLst>
              <a:ext uri="{FF2B5EF4-FFF2-40B4-BE49-F238E27FC236}">
                <a16:creationId xmlns:a16="http://schemas.microsoft.com/office/drawing/2014/main" id="{9387AC8C-60D8-4E50-8E1D-AC74710FDA94}"/>
              </a:ext>
            </a:extLst>
          </p:cNvPr>
          <p:cNvSpPr/>
          <p:nvPr/>
        </p:nvSpPr>
        <p:spPr>
          <a:xfrm>
            <a:off x="5810485" y="1789639"/>
            <a:ext cx="405841" cy="321239"/>
          </a:xfrm>
          <a:custGeom>
            <a:avLst/>
            <a:gdLst/>
            <a:ahLst/>
            <a:cxnLst/>
            <a:rect l="l" t="t" r="r" b="b"/>
            <a:pathLst>
              <a:path w="2624" h="2077" extrusionOk="0">
                <a:moveTo>
                  <a:pt x="2624" y="460"/>
                </a:moveTo>
                <a:lnTo>
                  <a:pt x="2385" y="954"/>
                </a:lnTo>
                <a:lnTo>
                  <a:pt x="1939" y="681"/>
                </a:lnTo>
                <a:lnTo>
                  <a:pt x="1939" y="2077"/>
                </a:lnTo>
                <a:lnTo>
                  <a:pt x="686" y="2077"/>
                </a:lnTo>
                <a:lnTo>
                  <a:pt x="686" y="681"/>
                </a:lnTo>
                <a:lnTo>
                  <a:pt x="239" y="954"/>
                </a:lnTo>
                <a:lnTo>
                  <a:pt x="1" y="460"/>
                </a:lnTo>
                <a:lnTo>
                  <a:pt x="651" y="0"/>
                </a:lnTo>
                <a:lnTo>
                  <a:pt x="985" y="0"/>
                </a:lnTo>
                <a:cubicBezTo>
                  <a:pt x="1041" y="126"/>
                  <a:pt x="1167" y="213"/>
                  <a:pt x="1310" y="213"/>
                </a:cubicBezTo>
                <a:cubicBezTo>
                  <a:pt x="1458" y="213"/>
                  <a:pt x="1583" y="126"/>
                  <a:pt x="1640" y="0"/>
                </a:cubicBezTo>
                <a:lnTo>
                  <a:pt x="196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6" name="Google Shape;691;p19">
            <a:extLst>
              <a:ext uri="{FF2B5EF4-FFF2-40B4-BE49-F238E27FC236}">
                <a16:creationId xmlns:a16="http://schemas.microsoft.com/office/drawing/2014/main" id="{F51E1DB4-49EC-4E74-8251-000D31820C15}"/>
              </a:ext>
            </a:extLst>
          </p:cNvPr>
          <p:cNvGrpSpPr/>
          <p:nvPr/>
        </p:nvGrpSpPr>
        <p:grpSpPr>
          <a:xfrm>
            <a:off x="5866164" y="3309065"/>
            <a:ext cx="293864" cy="321394"/>
            <a:chOff x="5866164" y="3309065"/>
            <a:chExt cx="293864" cy="321394"/>
          </a:xfrm>
        </p:grpSpPr>
        <p:sp>
          <p:nvSpPr>
            <p:cNvPr id="257" name="Google Shape;692;p19">
              <a:extLst>
                <a:ext uri="{FF2B5EF4-FFF2-40B4-BE49-F238E27FC236}">
                  <a16:creationId xmlns:a16="http://schemas.microsoft.com/office/drawing/2014/main" id="{3AF04BE6-838A-4D5E-9E4A-525B858FCC08}"/>
                </a:ext>
              </a:extLst>
            </p:cNvPr>
            <p:cNvSpPr/>
            <p:nvPr/>
          </p:nvSpPr>
          <p:spPr>
            <a:xfrm>
              <a:off x="5866164" y="3309065"/>
              <a:ext cx="293864" cy="321394"/>
            </a:xfrm>
            <a:custGeom>
              <a:avLst/>
              <a:gdLst/>
              <a:ahLst/>
              <a:cxnLst/>
              <a:rect l="l" t="t" r="r" b="b"/>
              <a:pathLst>
                <a:path w="1900" h="2078" extrusionOk="0">
                  <a:moveTo>
                    <a:pt x="1900" y="2078"/>
                  </a:moveTo>
                  <a:lnTo>
                    <a:pt x="1375" y="2078"/>
                  </a:lnTo>
                  <a:lnTo>
                    <a:pt x="1353" y="1991"/>
                  </a:lnTo>
                  <a:lnTo>
                    <a:pt x="985" y="651"/>
                  </a:lnTo>
                  <a:lnTo>
                    <a:pt x="920" y="651"/>
                  </a:lnTo>
                  <a:lnTo>
                    <a:pt x="551" y="1991"/>
                  </a:lnTo>
                  <a:lnTo>
                    <a:pt x="525" y="2078"/>
                  </a:lnTo>
                  <a:lnTo>
                    <a:pt x="1" y="2078"/>
                  </a:lnTo>
                  <a:lnTo>
                    <a:pt x="18" y="1991"/>
                  </a:lnTo>
                  <a:lnTo>
                    <a:pt x="369" y="105"/>
                  </a:lnTo>
                  <a:lnTo>
                    <a:pt x="391" y="1"/>
                  </a:lnTo>
                  <a:lnTo>
                    <a:pt x="1514" y="1"/>
                  </a:lnTo>
                  <a:lnTo>
                    <a:pt x="1535" y="105"/>
                  </a:lnTo>
                  <a:lnTo>
                    <a:pt x="1887" y="199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693;p19">
              <a:extLst>
                <a:ext uri="{FF2B5EF4-FFF2-40B4-BE49-F238E27FC236}">
                  <a16:creationId xmlns:a16="http://schemas.microsoft.com/office/drawing/2014/main" id="{1273A474-4537-45A9-B610-65CB4972B05E}"/>
                </a:ext>
              </a:extLst>
            </p:cNvPr>
            <p:cNvSpPr/>
            <p:nvPr/>
          </p:nvSpPr>
          <p:spPr>
            <a:xfrm>
              <a:off x="5923236" y="3309065"/>
              <a:ext cx="180494" cy="16240"/>
            </a:xfrm>
            <a:custGeom>
              <a:avLst/>
              <a:gdLst/>
              <a:ahLst/>
              <a:cxnLst/>
              <a:rect l="l" t="t" r="r" b="b"/>
              <a:pathLst>
                <a:path w="1167" h="105" extrusionOk="0">
                  <a:moveTo>
                    <a:pt x="1166" y="105"/>
                  </a:moveTo>
                  <a:lnTo>
                    <a:pt x="0" y="105"/>
                  </a:lnTo>
                  <a:lnTo>
                    <a:pt x="22" y="1"/>
                  </a:lnTo>
                  <a:lnTo>
                    <a:pt x="114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 name="Google Shape;681;p19">
            <a:extLst>
              <a:ext uri="{FF2B5EF4-FFF2-40B4-BE49-F238E27FC236}">
                <a16:creationId xmlns:a16="http://schemas.microsoft.com/office/drawing/2014/main" id="{A5FFB1AF-4A4E-C8E6-266E-6E0CB221A833}"/>
              </a:ext>
            </a:extLst>
          </p:cNvPr>
          <p:cNvSpPr txBox="1">
            <a:spLocks/>
          </p:cNvSpPr>
          <p:nvPr/>
        </p:nvSpPr>
        <p:spPr>
          <a:xfrm>
            <a:off x="0" y="0"/>
            <a:ext cx="9144000" cy="59145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Fira Sans Extra Condensed"/>
              <a:buNone/>
              <a:defRPr sz="3600" b="1" i="0" u="none" strike="noStrike" cap="none">
                <a:solidFill>
                  <a:schemeClr val="dk1"/>
                </a:solidFill>
                <a:latin typeface="Fira Sans Extra Condensed"/>
                <a:ea typeface="Fira Sans Extra Condensed"/>
                <a:cs typeface="Fira Sans Extra Condensed"/>
                <a:sym typeface="Fira Sans Extra Condensed"/>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r>
              <a:rPr lang="en-GB" sz="2800" dirty="0">
                <a:solidFill>
                  <a:srgbClr val="FF6D2F"/>
                </a:solidFill>
                <a:latin typeface="UTM Talling" panose="02040603050506020204" pitchFamily="18" charset="0"/>
              </a:rPr>
              <a:t>CHỨC NĂNG ĐĂNG KÝ &amp; QUÊN MẬT KHẨU</a:t>
            </a:r>
          </a:p>
        </p:txBody>
      </p:sp>
      <p:pic>
        <p:nvPicPr>
          <p:cNvPr id="14" name="Picture 13">
            <a:extLst>
              <a:ext uri="{FF2B5EF4-FFF2-40B4-BE49-F238E27FC236}">
                <a16:creationId xmlns:a16="http://schemas.microsoft.com/office/drawing/2014/main" id="{4AA86CAE-CCA6-7603-EA05-CE8030A8405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6908" y="785960"/>
            <a:ext cx="2054186" cy="4341334"/>
          </a:xfrm>
          <a:prstGeom prst="rect">
            <a:avLst/>
          </a:prstGeom>
          <a:noFill/>
          <a:ln>
            <a:noFill/>
          </a:ln>
        </p:spPr>
      </p:pic>
      <p:pic>
        <p:nvPicPr>
          <p:cNvPr id="15" name="Picture 14">
            <a:extLst>
              <a:ext uri="{FF2B5EF4-FFF2-40B4-BE49-F238E27FC236}">
                <a16:creationId xmlns:a16="http://schemas.microsoft.com/office/drawing/2014/main" id="{0F7B80E3-92A5-5BA8-7C6F-FC21E436DB0B}"/>
              </a:ext>
            </a:extLst>
          </p:cNvPr>
          <p:cNvPicPr>
            <a:picLocks noChangeAspect="1"/>
          </p:cNvPicPr>
          <p:nvPr/>
        </p:nvPicPr>
        <p:blipFill>
          <a:blip r:embed="rId3"/>
          <a:stretch>
            <a:fillRect/>
          </a:stretch>
        </p:blipFill>
        <p:spPr>
          <a:xfrm>
            <a:off x="3393774" y="785440"/>
            <a:ext cx="2329997" cy="4341854"/>
          </a:xfrm>
          <a:prstGeom prst="rect">
            <a:avLst/>
          </a:prstGeom>
        </p:spPr>
      </p:pic>
      <p:pic>
        <p:nvPicPr>
          <p:cNvPr id="3" name="Picture 2">
            <a:extLst>
              <a:ext uri="{FF2B5EF4-FFF2-40B4-BE49-F238E27FC236}">
                <a16:creationId xmlns:a16="http://schemas.microsoft.com/office/drawing/2014/main" id="{FBD3091A-94EE-6639-D421-28E23430487B}"/>
              </a:ext>
            </a:extLst>
          </p:cNvPr>
          <p:cNvPicPr>
            <a:picLocks noChangeAspect="1"/>
          </p:cNvPicPr>
          <p:nvPr/>
        </p:nvPicPr>
        <p:blipFill>
          <a:blip r:embed="rId4"/>
          <a:stretch>
            <a:fillRect/>
          </a:stretch>
        </p:blipFill>
        <p:spPr>
          <a:xfrm>
            <a:off x="6615256" y="826315"/>
            <a:ext cx="1953600" cy="4341334"/>
          </a:xfrm>
          <a:prstGeom prst="rect">
            <a:avLst/>
          </a:prstGeom>
        </p:spPr>
      </p:pic>
    </p:spTree>
    <p:extLst>
      <p:ext uri="{BB962C8B-B14F-4D97-AF65-F5344CB8AC3E}">
        <p14:creationId xmlns:p14="http://schemas.microsoft.com/office/powerpoint/2010/main" val="23278099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Google Shape;682;p19">
            <a:extLst>
              <a:ext uri="{FF2B5EF4-FFF2-40B4-BE49-F238E27FC236}">
                <a16:creationId xmlns:a16="http://schemas.microsoft.com/office/drawing/2014/main" id="{9387AC8C-60D8-4E50-8E1D-AC74710FDA94}"/>
              </a:ext>
            </a:extLst>
          </p:cNvPr>
          <p:cNvSpPr/>
          <p:nvPr/>
        </p:nvSpPr>
        <p:spPr>
          <a:xfrm>
            <a:off x="5810485" y="1789639"/>
            <a:ext cx="405841" cy="321239"/>
          </a:xfrm>
          <a:custGeom>
            <a:avLst/>
            <a:gdLst/>
            <a:ahLst/>
            <a:cxnLst/>
            <a:rect l="l" t="t" r="r" b="b"/>
            <a:pathLst>
              <a:path w="2624" h="2077" extrusionOk="0">
                <a:moveTo>
                  <a:pt x="2624" y="460"/>
                </a:moveTo>
                <a:lnTo>
                  <a:pt x="2385" y="954"/>
                </a:lnTo>
                <a:lnTo>
                  <a:pt x="1939" y="681"/>
                </a:lnTo>
                <a:lnTo>
                  <a:pt x="1939" y="2077"/>
                </a:lnTo>
                <a:lnTo>
                  <a:pt x="686" y="2077"/>
                </a:lnTo>
                <a:lnTo>
                  <a:pt x="686" y="681"/>
                </a:lnTo>
                <a:lnTo>
                  <a:pt x="239" y="954"/>
                </a:lnTo>
                <a:lnTo>
                  <a:pt x="1" y="460"/>
                </a:lnTo>
                <a:lnTo>
                  <a:pt x="651" y="0"/>
                </a:lnTo>
                <a:lnTo>
                  <a:pt x="985" y="0"/>
                </a:lnTo>
                <a:cubicBezTo>
                  <a:pt x="1041" y="126"/>
                  <a:pt x="1167" y="213"/>
                  <a:pt x="1310" y="213"/>
                </a:cubicBezTo>
                <a:cubicBezTo>
                  <a:pt x="1458" y="213"/>
                  <a:pt x="1583" y="126"/>
                  <a:pt x="1640" y="0"/>
                </a:cubicBezTo>
                <a:lnTo>
                  <a:pt x="196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6" name="Google Shape;691;p19">
            <a:extLst>
              <a:ext uri="{FF2B5EF4-FFF2-40B4-BE49-F238E27FC236}">
                <a16:creationId xmlns:a16="http://schemas.microsoft.com/office/drawing/2014/main" id="{F51E1DB4-49EC-4E74-8251-000D31820C15}"/>
              </a:ext>
            </a:extLst>
          </p:cNvPr>
          <p:cNvGrpSpPr/>
          <p:nvPr/>
        </p:nvGrpSpPr>
        <p:grpSpPr>
          <a:xfrm>
            <a:off x="5866164" y="3309065"/>
            <a:ext cx="293864" cy="321394"/>
            <a:chOff x="5866164" y="3309065"/>
            <a:chExt cx="293864" cy="321394"/>
          </a:xfrm>
        </p:grpSpPr>
        <p:sp>
          <p:nvSpPr>
            <p:cNvPr id="257" name="Google Shape;692;p19">
              <a:extLst>
                <a:ext uri="{FF2B5EF4-FFF2-40B4-BE49-F238E27FC236}">
                  <a16:creationId xmlns:a16="http://schemas.microsoft.com/office/drawing/2014/main" id="{3AF04BE6-838A-4D5E-9E4A-525B858FCC08}"/>
                </a:ext>
              </a:extLst>
            </p:cNvPr>
            <p:cNvSpPr/>
            <p:nvPr/>
          </p:nvSpPr>
          <p:spPr>
            <a:xfrm>
              <a:off x="5866164" y="3309065"/>
              <a:ext cx="293864" cy="321394"/>
            </a:xfrm>
            <a:custGeom>
              <a:avLst/>
              <a:gdLst/>
              <a:ahLst/>
              <a:cxnLst/>
              <a:rect l="l" t="t" r="r" b="b"/>
              <a:pathLst>
                <a:path w="1900" h="2078" extrusionOk="0">
                  <a:moveTo>
                    <a:pt x="1900" y="2078"/>
                  </a:moveTo>
                  <a:lnTo>
                    <a:pt x="1375" y="2078"/>
                  </a:lnTo>
                  <a:lnTo>
                    <a:pt x="1353" y="1991"/>
                  </a:lnTo>
                  <a:lnTo>
                    <a:pt x="985" y="651"/>
                  </a:lnTo>
                  <a:lnTo>
                    <a:pt x="920" y="651"/>
                  </a:lnTo>
                  <a:lnTo>
                    <a:pt x="551" y="1991"/>
                  </a:lnTo>
                  <a:lnTo>
                    <a:pt x="525" y="2078"/>
                  </a:lnTo>
                  <a:lnTo>
                    <a:pt x="1" y="2078"/>
                  </a:lnTo>
                  <a:lnTo>
                    <a:pt x="18" y="1991"/>
                  </a:lnTo>
                  <a:lnTo>
                    <a:pt x="369" y="105"/>
                  </a:lnTo>
                  <a:lnTo>
                    <a:pt x="391" y="1"/>
                  </a:lnTo>
                  <a:lnTo>
                    <a:pt x="1514" y="1"/>
                  </a:lnTo>
                  <a:lnTo>
                    <a:pt x="1535" y="105"/>
                  </a:lnTo>
                  <a:lnTo>
                    <a:pt x="1887" y="199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693;p19">
              <a:extLst>
                <a:ext uri="{FF2B5EF4-FFF2-40B4-BE49-F238E27FC236}">
                  <a16:creationId xmlns:a16="http://schemas.microsoft.com/office/drawing/2014/main" id="{1273A474-4537-45A9-B610-65CB4972B05E}"/>
                </a:ext>
              </a:extLst>
            </p:cNvPr>
            <p:cNvSpPr/>
            <p:nvPr/>
          </p:nvSpPr>
          <p:spPr>
            <a:xfrm>
              <a:off x="5923236" y="3309065"/>
              <a:ext cx="180494" cy="16240"/>
            </a:xfrm>
            <a:custGeom>
              <a:avLst/>
              <a:gdLst/>
              <a:ahLst/>
              <a:cxnLst/>
              <a:rect l="l" t="t" r="r" b="b"/>
              <a:pathLst>
                <a:path w="1167" h="105" extrusionOk="0">
                  <a:moveTo>
                    <a:pt x="1166" y="105"/>
                  </a:moveTo>
                  <a:lnTo>
                    <a:pt x="0" y="105"/>
                  </a:lnTo>
                  <a:lnTo>
                    <a:pt x="22" y="1"/>
                  </a:lnTo>
                  <a:lnTo>
                    <a:pt x="114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 name="Google Shape;681;p19">
            <a:extLst>
              <a:ext uri="{FF2B5EF4-FFF2-40B4-BE49-F238E27FC236}">
                <a16:creationId xmlns:a16="http://schemas.microsoft.com/office/drawing/2014/main" id="{A5FFB1AF-4A4E-C8E6-266E-6E0CB221A833}"/>
              </a:ext>
            </a:extLst>
          </p:cNvPr>
          <p:cNvSpPr txBox="1">
            <a:spLocks/>
          </p:cNvSpPr>
          <p:nvPr/>
        </p:nvSpPr>
        <p:spPr>
          <a:xfrm>
            <a:off x="0" y="101601"/>
            <a:ext cx="9144000" cy="59145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Fira Sans Extra Condensed"/>
              <a:buNone/>
              <a:defRPr sz="3600" b="1" i="0" u="none" strike="noStrike" cap="none">
                <a:solidFill>
                  <a:schemeClr val="dk1"/>
                </a:solidFill>
                <a:latin typeface="Fira Sans Extra Condensed"/>
                <a:ea typeface="Fira Sans Extra Condensed"/>
                <a:cs typeface="Fira Sans Extra Condensed"/>
                <a:sym typeface="Fira Sans Extra Condensed"/>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r>
              <a:rPr lang="en-GB" sz="2800" dirty="0">
                <a:solidFill>
                  <a:srgbClr val="FF6D2F"/>
                </a:solidFill>
                <a:latin typeface="UTM Talling" panose="02040603050506020204" pitchFamily="18" charset="0"/>
              </a:rPr>
              <a:t>CHỨC NĂNG NGƯỜI DÙNG</a:t>
            </a:r>
          </a:p>
        </p:txBody>
      </p:sp>
      <p:pic>
        <p:nvPicPr>
          <p:cNvPr id="3" name="Picture 2">
            <a:extLst>
              <a:ext uri="{FF2B5EF4-FFF2-40B4-BE49-F238E27FC236}">
                <a16:creationId xmlns:a16="http://schemas.microsoft.com/office/drawing/2014/main" id="{22879D0E-F620-052C-E531-C6B953128D6D}"/>
              </a:ext>
            </a:extLst>
          </p:cNvPr>
          <p:cNvPicPr>
            <a:picLocks noChangeAspect="1"/>
          </p:cNvPicPr>
          <p:nvPr/>
        </p:nvPicPr>
        <p:blipFill>
          <a:blip r:embed="rId2"/>
          <a:stretch>
            <a:fillRect/>
          </a:stretch>
        </p:blipFill>
        <p:spPr>
          <a:xfrm>
            <a:off x="2485573" y="860058"/>
            <a:ext cx="1918335" cy="4262967"/>
          </a:xfrm>
          <a:prstGeom prst="rect">
            <a:avLst/>
          </a:prstGeom>
        </p:spPr>
      </p:pic>
      <p:pic>
        <p:nvPicPr>
          <p:cNvPr id="5" name="Picture 4">
            <a:extLst>
              <a:ext uri="{FF2B5EF4-FFF2-40B4-BE49-F238E27FC236}">
                <a16:creationId xmlns:a16="http://schemas.microsoft.com/office/drawing/2014/main" id="{09520E4E-A6B9-AAB2-F31A-318117C19477}"/>
              </a:ext>
            </a:extLst>
          </p:cNvPr>
          <p:cNvPicPr>
            <a:picLocks noChangeAspect="1"/>
          </p:cNvPicPr>
          <p:nvPr/>
        </p:nvPicPr>
        <p:blipFill>
          <a:blip r:embed="rId3"/>
          <a:stretch>
            <a:fillRect/>
          </a:stretch>
        </p:blipFill>
        <p:spPr>
          <a:xfrm>
            <a:off x="248358" y="880533"/>
            <a:ext cx="1918335" cy="4262967"/>
          </a:xfrm>
          <a:prstGeom prst="rect">
            <a:avLst/>
          </a:prstGeom>
        </p:spPr>
      </p:pic>
      <p:pic>
        <p:nvPicPr>
          <p:cNvPr id="15" name="Picture 14">
            <a:extLst>
              <a:ext uri="{FF2B5EF4-FFF2-40B4-BE49-F238E27FC236}">
                <a16:creationId xmlns:a16="http://schemas.microsoft.com/office/drawing/2014/main" id="{2CF20D72-4DD1-707E-B446-29DDFB711C4E}"/>
              </a:ext>
            </a:extLst>
          </p:cNvPr>
          <p:cNvPicPr>
            <a:picLocks noChangeAspect="1"/>
          </p:cNvPicPr>
          <p:nvPr/>
        </p:nvPicPr>
        <p:blipFill>
          <a:blip r:embed="rId4"/>
          <a:stretch>
            <a:fillRect/>
          </a:stretch>
        </p:blipFill>
        <p:spPr>
          <a:xfrm>
            <a:off x="4722788" y="889704"/>
            <a:ext cx="1918336" cy="4262968"/>
          </a:xfrm>
          <a:prstGeom prst="rect">
            <a:avLst/>
          </a:prstGeom>
        </p:spPr>
      </p:pic>
      <p:pic>
        <p:nvPicPr>
          <p:cNvPr id="17" name="Picture 16">
            <a:extLst>
              <a:ext uri="{FF2B5EF4-FFF2-40B4-BE49-F238E27FC236}">
                <a16:creationId xmlns:a16="http://schemas.microsoft.com/office/drawing/2014/main" id="{75FC2B6C-4418-0EC3-B3E6-06EAE17B6123}"/>
              </a:ext>
            </a:extLst>
          </p:cNvPr>
          <p:cNvPicPr>
            <a:picLocks noChangeAspect="1"/>
          </p:cNvPicPr>
          <p:nvPr/>
        </p:nvPicPr>
        <p:blipFill>
          <a:blip r:embed="rId5"/>
          <a:stretch>
            <a:fillRect/>
          </a:stretch>
        </p:blipFill>
        <p:spPr>
          <a:xfrm>
            <a:off x="6960003" y="860057"/>
            <a:ext cx="1918336" cy="4262968"/>
          </a:xfrm>
          <a:prstGeom prst="rect">
            <a:avLst/>
          </a:prstGeom>
        </p:spPr>
      </p:pic>
    </p:spTree>
    <p:extLst>
      <p:ext uri="{BB962C8B-B14F-4D97-AF65-F5344CB8AC3E}">
        <p14:creationId xmlns:p14="http://schemas.microsoft.com/office/powerpoint/2010/main" val="3557034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Google Shape;682;p19">
            <a:extLst>
              <a:ext uri="{FF2B5EF4-FFF2-40B4-BE49-F238E27FC236}">
                <a16:creationId xmlns:a16="http://schemas.microsoft.com/office/drawing/2014/main" id="{9387AC8C-60D8-4E50-8E1D-AC74710FDA94}"/>
              </a:ext>
            </a:extLst>
          </p:cNvPr>
          <p:cNvSpPr/>
          <p:nvPr/>
        </p:nvSpPr>
        <p:spPr>
          <a:xfrm>
            <a:off x="5810485" y="1789639"/>
            <a:ext cx="405841" cy="321239"/>
          </a:xfrm>
          <a:custGeom>
            <a:avLst/>
            <a:gdLst/>
            <a:ahLst/>
            <a:cxnLst/>
            <a:rect l="l" t="t" r="r" b="b"/>
            <a:pathLst>
              <a:path w="2624" h="2077" extrusionOk="0">
                <a:moveTo>
                  <a:pt x="2624" y="460"/>
                </a:moveTo>
                <a:lnTo>
                  <a:pt x="2385" y="954"/>
                </a:lnTo>
                <a:lnTo>
                  <a:pt x="1939" y="681"/>
                </a:lnTo>
                <a:lnTo>
                  <a:pt x="1939" y="2077"/>
                </a:lnTo>
                <a:lnTo>
                  <a:pt x="686" y="2077"/>
                </a:lnTo>
                <a:lnTo>
                  <a:pt x="686" y="681"/>
                </a:lnTo>
                <a:lnTo>
                  <a:pt x="239" y="954"/>
                </a:lnTo>
                <a:lnTo>
                  <a:pt x="1" y="460"/>
                </a:lnTo>
                <a:lnTo>
                  <a:pt x="651" y="0"/>
                </a:lnTo>
                <a:lnTo>
                  <a:pt x="985" y="0"/>
                </a:lnTo>
                <a:cubicBezTo>
                  <a:pt x="1041" y="126"/>
                  <a:pt x="1167" y="213"/>
                  <a:pt x="1310" y="213"/>
                </a:cubicBezTo>
                <a:cubicBezTo>
                  <a:pt x="1458" y="213"/>
                  <a:pt x="1583" y="126"/>
                  <a:pt x="1640" y="0"/>
                </a:cubicBezTo>
                <a:lnTo>
                  <a:pt x="196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6" name="Google Shape;691;p19">
            <a:extLst>
              <a:ext uri="{FF2B5EF4-FFF2-40B4-BE49-F238E27FC236}">
                <a16:creationId xmlns:a16="http://schemas.microsoft.com/office/drawing/2014/main" id="{F51E1DB4-49EC-4E74-8251-000D31820C15}"/>
              </a:ext>
            </a:extLst>
          </p:cNvPr>
          <p:cNvGrpSpPr/>
          <p:nvPr/>
        </p:nvGrpSpPr>
        <p:grpSpPr>
          <a:xfrm>
            <a:off x="5866164" y="3309065"/>
            <a:ext cx="293864" cy="321394"/>
            <a:chOff x="5866164" y="3309065"/>
            <a:chExt cx="293864" cy="321394"/>
          </a:xfrm>
        </p:grpSpPr>
        <p:sp>
          <p:nvSpPr>
            <p:cNvPr id="257" name="Google Shape;692;p19">
              <a:extLst>
                <a:ext uri="{FF2B5EF4-FFF2-40B4-BE49-F238E27FC236}">
                  <a16:creationId xmlns:a16="http://schemas.microsoft.com/office/drawing/2014/main" id="{3AF04BE6-838A-4D5E-9E4A-525B858FCC08}"/>
                </a:ext>
              </a:extLst>
            </p:cNvPr>
            <p:cNvSpPr/>
            <p:nvPr/>
          </p:nvSpPr>
          <p:spPr>
            <a:xfrm>
              <a:off x="5866164" y="3309065"/>
              <a:ext cx="293864" cy="321394"/>
            </a:xfrm>
            <a:custGeom>
              <a:avLst/>
              <a:gdLst/>
              <a:ahLst/>
              <a:cxnLst/>
              <a:rect l="l" t="t" r="r" b="b"/>
              <a:pathLst>
                <a:path w="1900" h="2078" extrusionOk="0">
                  <a:moveTo>
                    <a:pt x="1900" y="2078"/>
                  </a:moveTo>
                  <a:lnTo>
                    <a:pt x="1375" y="2078"/>
                  </a:lnTo>
                  <a:lnTo>
                    <a:pt x="1353" y="1991"/>
                  </a:lnTo>
                  <a:lnTo>
                    <a:pt x="985" y="651"/>
                  </a:lnTo>
                  <a:lnTo>
                    <a:pt x="920" y="651"/>
                  </a:lnTo>
                  <a:lnTo>
                    <a:pt x="551" y="1991"/>
                  </a:lnTo>
                  <a:lnTo>
                    <a:pt x="525" y="2078"/>
                  </a:lnTo>
                  <a:lnTo>
                    <a:pt x="1" y="2078"/>
                  </a:lnTo>
                  <a:lnTo>
                    <a:pt x="18" y="1991"/>
                  </a:lnTo>
                  <a:lnTo>
                    <a:pt x="369" y="105"/>
                  </a:lnTo>
                  <a:lnTo>
                    <a:pt x="391" y="1"/>
                  </a:lnTo>
                  <a:lnTo>
                    <a:pt x="1514" y="1"/>
                  </a:lnTo>
                  <a:lnTo>
                    <a:pt x="1535" y="105"/>
                  </a:lnTo>
                  <a:lnTo>
                    <a:pt x="1887" y="199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693;p19">
              <a:extLst>
                <a:ext uri="{FF2B5EF4-FFF2-40B4-BE49-F238E27FC236}">
                  <a16:creationId xmlns:a16="http://schemas.microsoft.com/office/drawing/2014/main" id="{1273A474-4537-45A9-B610-65CB4972B05E}"/>
                </a:ext>
              </a:extLst>
            </p:cNvPr>
            <p:cNvSpPr/>
            <p:nvPr/>
          </p:nvSpPr>
          <p:spPr>
            <a:xfrm>
              <a:off x="5923236" y="3309065"/>
              <a:ext cx="180494" cy="16240"/>
            </a:xfrm>
            <a:custGeom>
              <a:avLst/>
              <a:gdLst/>
              <a:ahLst/>
              <a:cxnLst/>
              <a:rect l="l" t="t" r="r" b="b"/>
              <a:pathLst>
                <a:path w="1167" h="105" extrusionOk="0">
                  <a:moveTo>
                    <a:pt x="1166" y="105"/>
                  </a:moveTo>
                  <a:lnTo>
                    <a:pt x="0" y="105"/>
                  </a:lnTo>
                  <a:lnTo>
                    <a:pt x="22" y="1"/>
                  </a:lnTo>
                  <a:lnTo>
                    <a:pt x="114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 name="Picture 3">
            <a:extLst>
              <a:ext uri="{FF2B5EF4-FFF2-40B4-BE49-F238E27FC236}">
                <a16:creationId xmlns:a16="http://schemas.microsoft.com/office/drawing/2014/main" id="{349A690B-64D5-59E8-D020-400F33CED0FF}"/>
              </a:ext>
            </a:extLst>
          </p:cNvPr>
          <p:cNvPicPr>
            <a:picLocks noChangeAspect="1"/>
          </p:cNvPicPr>
          <p:nvPr/>
        </p:nvPicPr>
        <p:blipFill>
          <a:blip r:embed="rId2"/>
          <a:stretch>
            <a:fillRect/>
          </a:stretch>
        </p:blipFill>
        <p:spPr>
          <a:xfrm>
            <a:off x="22577" y="880788"/>
            <a:ext cx="1735339" cy="3856308"/>
          </a:xfrm>
          <a:prstGeom prst="rect">
            <a:avLst/>
          </a:prstGeom>
        </p:spPr>
      </p:pic>
      <p:pic>
        <p:nvPicPr>
          <p:cNvPr id="7" name="Picture 6">
            <a:extLst>
              <a:ext uri="{FF2B5EF4-FFF2-40B4-BE49-F238E27FC236}">
                <a16:creationId xmlns:a16="http://schemas.microsoft.com/office/drawing/2014/main" id="{EE64E3F5-BE14-F22C-C81B-226D431EF7C1}"/>
              </a:ext>
            </a:extLst>
          </p:cNvPr>
          <p:cNvPicPr>
            <a:picLocks noChangeAspect="1"/>
          </p:cNvPicPr>
          <p:nvPr/>
        </p:nvPicPr>
        <p:blipFill>
          <a:blip r:embed="rId3"/>
          <a:stretch>
            <a:fillRect/>
          </a:stretch>
        </p:blipFill>
        <p:spPr>
          <a:xfrm>
            <a:off x="3710542" y="880788"/>
            <a:ext cx="1735339" cy="3856308"/>
          </a:xfrm>
          <a:prstGeom prst="rect">
            <a:avLst/>
          </a:prstGeom>
        </p:spPr>
      </p:pic>
      <p:pic>
        <p:nvPicPr>
          <p:cNvPr id="9" name="Picture 8">
            <a:extLst>
              <a:ext uri="{FF2B5EF4-FFF2-40B4-BE49-F238E27FC236}">
                <a16:creationId xmlns:a16="http://schemas.microsoft.com/office/drawing/2014/main" id="{AE2A9F58-BAA5-4D13-8612-9F9FEE57B7E8}"/>
              </a:ext>
            </a:extLst>
          </p:cNvPr>
          <p:cNvPicPr>
            <a:picLocks noChangeAspect="1"/>
          </p:cNvPicPr>
          <p:nvPr/>
        </p:nvPicPr>
        <p:blipFill>
          <a:blip r:embed="rId4"/>
          <a:stretch>
            <a:fillRect/>
          </a:stretch>
        </p:blipFill>
        <p:spPr>
          <a:xfrm>
            <a:off x="1848433" y="881850"/>
            <a:ext cx="1735339" cy="3856308"/>
          </a:xfrm>
          <a:prstGeom prst="rect">
            <a:avLst/>
          </a:prstGeom>
        </p:spPr>
      </p:pic>
      <p:pic>
        <p:nvPicPr>
          <p:cNvPr id="11" name="Picture 10">
            <a:extLst>
              <a:ext uri="{FF2B5EF4-FFF2-40B4-BE49-F238E27FC236}">
                <a16:creationId xmlns:a16="http://schemas.microsoft.com/office/drawing/2014/main" id="{A08180BB-7482-CF4C-84F5-39D86C8EEDC1}"/>
              </a:ext>
            </a:extLst>
          </p:cNvPr>
          <p:cNvPicPr>
            <a:picLocks noChangeAspect="1"/>
          </p:cNvPicPr>
          <p:nvPr/>
        </p:nvPicPr>
        <p:blipFill>
          <a:blip r:embed="rId5"/>
          <a:stretch>
            <a:fillRect/>
          </a:stretch>
        </p:blipFill>
        <p:spPr>
          <a:xfrm>
            <a:off x="5537664" y="874635"/>
            <a:ext cx="1735339" cy="3856308"/>
          </a:xfrm>
          <a:prstGeom prst="rect">
            <a:avLst/>
          </a:prstGeom>
        </p:spPr>
      </p:pic>
      <p:pic>
        <p:nvPicPr>
          <p:cNvPr id="13" name="Picture 12">
            <a:extLst>
              <a:ext uri="{FF2B5EF4-FFF2-40B4-BE49-F238E27FC236}">
                <a16:creationId xmlns:a16="http://schemas.microsoft.com/office/drawing/2014/main" id="{8F157C42-B864-36B8-7F75-231A7BC12232}"/>
              </a:ext>
            </a:extLst>
          </p:cNvPr>
          <p:cNvPicPr>
            <a:picLocks noChangeAspect="1"/>
          </p:cNvPicPr>
          <p:nvPr/>
        </p:nvPicPr>
        <p:blipFill>
          <a:blip r:embed="rId6"/>
          <a:stretch>
            <a:fillRect/>
          </a:stretch>
        </p:blipFill>
        <p:spPr>
          <a:xfrm>
            <a:off x="7375602" y="851346"/>
            <a:ext cx="1745819" cy="3879597"/>
          </a:xfrm>
          <a:prstGeom prst="rect">
            <a:avLst/>
          </a:prstGeom>
        </p:spPr>
      </p:pic>
      <p:sp>
        <p:nvSpPr>
          <p:cNvPr id="21" name="Google Shape;681;p19">
            <a:extLst>
              <a:ext uri="{FF2B5EF4-FFF2-40B4-BE49-F238E27FC236}">
                <a16:creationId xmlns:a16="http://schemas.microsoft.com/office/drawing/2014/main" id="{88F7EEAF-D608-A5F1-7F9E-87692B5FA642}"/>
              </a:ext>
            </a:extLst>
          </p:cNvPr>
          <p:cNvSpPr txBox="1">
            <a:spLocks/>
          </p:cNvSpPr>
          <p:nvPr/>
        </p:nvSpPr>
        <p:spPr>
          <a:xfrm>
            <a:off x="0" y="101601"/>
            <a:ext cx="9144000" cy="59145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Fira Sans Extra Condensed"/>
              <a:buNone/>
              <a:defRPr sz="3600" b="1" i="0" u="none" strike="noStrike" cap="none">
                <a:solidFill>
                  <a:schemeClr val="dk1"/>
                </a:solidFill>
                <a:latin typeface="Fira Sans Extra Condensed"/>
                <a:ea typeface="Fira Sans Extra Condensed"/>
                <a:cs typeface="Fira Sans Extra Condensed"/>
                <a:sym typeface="Fira Sans Extra Condensed"/>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r>
              <a:rPr lang="en-GB" sz="2800" dirty="0">
                <a:solidFill>
                  <a:srgbClr val="FF6D2F"/>
                </a:solidFill>
                <a:latin typeface="UTM Talling" panose="02040603050506020204" pitchFamily="18" charset="0"/>
              </a:rPr>
              <a:t>CHỨC NĂNG HỌC TỪ VỰNG</a:t>
            </a:r>
          </a:p>
        </p:txBody>
      </p:sp>
    </p:spTree>
    <p:extLst>
      <p:ext uri="{BB962C8B-B14F-4D97-AF65-F5344CB8AC3E}">
        <p14:creationId xmlns:p14="http://schemas.microsoft.com/office/powerpoint/2010/main" val="20304294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Google Shape;682;p19">
            <a:extLst>
              <a:ext uri="{FF2B5EF4-FFF2-40B4-BE49-F238E27FC236}">
                <a16:creationId xmlns:a16="http://schemas.microsoft.com/office/drawing/2014/main" id="{9387AC8C-60D8-4E50-8E1D-AC74710FDA94}"/>
              </a:ext>
            </a:extLst>
          </p:cNvPr>
          <p:cNvSpPr/>
          <p:nvPr/>
        </p:nvSpPr>
        <p:spPr>
          <a:xfrm>
            <a:off x="5810485" y="1789639"/>
            <a:ext cx="405841" cy="321239"/>
          </a:xfrm>
          <a:custGeom>
            <a:avLst/>
            <a:gdLst/>
            <a:ahLst/>
            <a:cxnLst/>
            <a:rect l="l" t="t" r="r" b="b"/>
            <a:pathLst>
              <a:path w="2624" h="2077" extrusionOk="0">
                <a:moveTo>
                  <a:pt x="2624" y="460"/>
                </a:moveTo>
                <a:lnTo>
                  <a:pt x="2385" y="954"/>
                </a:lnTo>
                <a:lnTo>
                  <a:pt x="1939" y="681"/>
                </a:lnTo>
                <a:lnTo>
                  <a:pt x="1939" y="2077"/>
                </a:lnTo>
                <a:lnTo>
                  <a:pt x="686" y="2077"/>
                </a:lnTo>
                <a:lnTo>
                  <a:pt x="686" y="681"/>
                </a:lnTo>
                <a:lnTo>
                  <a:pt x="239" y="954"/>
                </a:lnTo>
                <a:lnTo>
                  <a:pt x="1" y="460"/>
                </a:lnTo>
                <a:lnTo>
                  <a:pt x="651" y="0"/>
                </a:lnTo>
                <a:lnTo>
                  <a:pt x="985" y="0"/>
                </a:lnTo>
                <a:cubicBezTo>
                  <a:pt x="1041" y="126"/>
                  <a:pt x="1167" y="213"/>
                  <a:pt x="1310" y="213"/>
                </a:cubicBezTo>
                <a:cubicBezTo>
                  <a:pt x="1458" y="213"/>
                  <a:pt x="1583" y="126"/>
                  <a:pt x="1640" y="0"/>
                </a:cubicBezTo>
                <a:lnTo>
                  <a:pt x="196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6" name="Google Shape;691;p19">
            <a:extLst>
              <a:ext uri="{FF2B5EF4-FFF2-40B4-BE49-F238E27FC236}">
                <a16:creationId xmlns:a16="http://schemas.microsoft.com/office/drawing/2014/main" id="{F51E1DB4-49EC-4E74-8251-000D31820C15}"/>
              </a:ext>
            </a:extLst>
          </p:cNvPr>
          <p:cNvGrpSpPr/>
          <p:nvPr/>
        </p:nvGrpSpPr>
        <p:grpSpPr>
          <a:xfrm>
            <a:off x="5866164" y="3309065"/>
            <a:ext cx="293864" cy="321394"/>
            <a:chOff x="5866164" y="3309065"/>
            <a:chExt cx="293864" cy="321394"/>
          </a:xfrm>
        </p:grpSpPr>
        <p:sp>
          <p:nvSpPr>
            <p:cNvPr id="257" name="Google Shape;692;p19">
              <a:extLst>
                <a:ext uri="{FF2B5EF4-FFF2-40B4-BE49-F238E27FC236}">
                  <a16:creationId xmlns:a16="http://schemas.microsoft.com/office/drawing/2014/main" id="{3AF04BE6-838A-4D5E-9E4A-525B858FCC08}"/>
                </a:ext>
              </a:extLst>
            </p:cNvPr>
            <p:cNvSpPr/>
            <p:nvPr/>
          </p:nvSpPr>
          <p:spPr>
            <a:xfrm>
              <a:off x="5866164" y="3309065"/>
              <a:ext cx="293864" cy="321394"/>
            </a:xfrm>
            <a:custGeom>
              <a:avLst/>
              <a:gdLst/>
              <a:ahLst/>
              <a:cxnLst/>
              <a:rect l="l" t="t" r="r" b="b"/>
              <a:pathLst>
                <a:path w="1900" h="2078" extrusionOk="0">
                  <a:moveTo>
                    <a:pt x="1900" y="2078"/>
                  </a:moveTo>
                  <a:lnTo>
                    <a:pt x="1375" y="2078"/>
                  </a:lnTo>
                  <a:lnTo>
                    <a:pt x="1353" y="1991"/>
                  </a:lnTo>
                  <a:lnTo>
                    <a:pt x="985" y="651"/>
                  </a:lnTo>
                  <a:lnTo>
                    <a:pt x="920" y="651"/>
                  </a:lnTo>
                  <a:lnTo>
                    <a:pt x="551" y="1991"/>
                  </a:lnTo>
                  <a:lnTo>
                    <a:pt x="525" y="2078"/>
                  </a:lnTo>
                  <a:lnTo>
                    <a:pt x="1" y="2078"/>
                  </a:lnTo>
                  <a:lnTo>
                    <a:pt x="18" y="1991"/>
                  </a:lnTo>
                  <a:lnTo>
                    <a:pt x="369" y="105"/>
                  </a:lnTo>
                  <a:lnTo>
                    <a:pt x="391" y="1"/>
                  </a:lnTo>
                  <a:lnTo>
                    <a:pt x="1514" y="1"/>
                  </a:lnTo>
                  <a:lnTo>
                    <a:pt x="1535" y="105"/>
                  </a:lnTo>
                  <a:lnTo>
                    <a:pt x="1887" y="199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693;p19">
              <a:extLst>
                <a:ext uri="{FF2B5EF4-FFF2-40B4-BE49-F238E27FC236}">
                  <a16:creationId xmlns:a16="http://schemas.microsoft.com/office/drawing/2014/main" id="{1273A474-4537-45A9-B610-65CB4972B05E}"/>
                </a:ext>
              </a:extLst>
            </p:cNvPr>
            <p:cNvSpPr/>
            <p:nvPr/>
          </p:nvSpPr>
          <p:spPr>
            <a:xfrm>
              <a:off x="5923236" y="3309065"/>
              <a:ext cx="180494" cy="16240"/>
            </a:xfrm>
            <a:custGeom>
              <a:avLst/>
              <a:gdLst/>
              <a:ahLst/>
              <a:cxnLst/>
              <a:rect l="l" t="t" r="r" b="b"/>
              <a:pathLst>
                <a:path w="1167" h="105" extrusionOk="0">
                  <a:moveTo>
                    <a:pt x="1166" y="105"/>
                  </a:moveTo>
                  <a:lnTo>
                    <a:pt x="0" y="105"/>
                  </a:lnTo>
                  <a:lnTo>
                    <a:pt x="22" y="1"/>
                  </a:lnTo>
                  <a:lnTo>
                    <a:pt x="114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 name="Picture 3">
            <a:extLst>
              <a:ext uri="{FF2B5EF4-FFF2-40B4-BE49-F238E27FC236}">
                <a16:creationId xmlns:a16="http://schemas.microsoft.com/office/drawing/2014/main" id="{349A690B-64D5-59E8-D020-400F33CED0FF}"/>
              </a:ext>
            </a:extLst>
          </p:cNvPr>
          <p:cNvPicPr>
            <a:picLocks noChangeAspect="1"/>
          </p:cNvPicPr>
          <p:nvPr/>
        </p:nvPicPr>
        <p:blipFill>
          <a:blip r:embed="rId2"/>
          <a:stretch>
            <a:fillRect/>
          </a:stretch>
        </p:blipFill>
        <p:spPr>
          <a:xfrm>
            <a:off x="22577" y="880788"/>
            <a:ext cx="1735339" cy="3856308"/>
          </a:xfrm>
          <a:prstGeom prst="rect">
            <a:avLst/>
          </a:prstGeom>
        </p:spPr>
      </p:pic>
      <p:pic>
        <p:nvPicPr>
          <p:cNvPr id="9" name="Picture 8">
            <a:extLst>
              <a:ext uri="{FF2B5EF4-FFF2-40B4-BE49-F238E27FC236}">
                <a16:creationId xmlns:a16="http://schemas.microsoft.com/office/drawing/2014/main" id="{AE2A9F58-BAA5-4D13-8612-9F9FEE57B7E8}"/>
              </a:ext>
            </a:extLst>
          </p:cNvPr>
          <p:cNvPicPr>
            <a:picLocks noChangeAspect="1"/>
          </p:cNvPicPr>
          <p:nvPr/>
        </p:nvPicPr>
        <p:blipFill>
          <a:blip r:embed="rId3"/>
          <a:stretch>
            <a:fillRect/>
          </a:stretch>
        </p:blipFill>
        <p:spPr>
          <a:xfrm>
            <a:off x="1848433" y="881850"/>
            <a:ext cx="1735339" cy="3856308"/>
          </a:xfrm>
          <a:prstGeom prst="rect">
            <a:avLst/>
          </a:prstGeom>
        </p:spPr>
      </p:pic>
      <p:sp>
        <p:nvSpPr>
          <p:cNvPr id="21" name="Google Shape;681;p19">
            <a:extLst>
              <a:ext uri="{FF2B5EF4-FFF2-40B4-BE49-F238E27FC236}">
                <a16:creationId xmlns:a16="http://schemas.microsoft.com/office/drawing/2014/main" id="{88F7EEAF-D608-A5F1-7F9E-87692B5FA642}"/>
              </a:ext>
            </a:extLst>
          </p:cNvPr>
          <p:cNvSpPr txBox="1">
            <a:spLocks/>
          </p:cNvSpPr>
          <p:nvPr/>
        </p:nvSpPr>
        <p:spPr>
          <a:xfrm>
            <a:off x="0" y="101601"/>
            <a:ext cx="9144000" cy="59145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Fira Sans Extra Condensed"/>
              <a:buNone/>
              <a:defRPr sz="3600" b="1" i="0" u="none" strike="noStrike" cap="none">
                <a:solidFill>
                  <a:schemeClr val="dk1"/>
                </a:solidFill>
                <a:latin typeface="Fira Sans Extra Condensed"/>
                <a:ea typeface="Fira Sans Extra Condensed"/>
                <a:cs typeface="Fira Sans Extra Condensed"/>
                <a:sym typeface="Fira Sans Extra Condensed"/>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r>
              <a:rPr lang="en-GB" sz="2800" dirty="0">
                <a:solidFill>
                  <a:srgbClr val="FF6D2F"/>
                </a:solidFill>
                <a:latin typeface="UTM Talling" panose="02040603050506020204" pitchFamily="18" charset="0"/>
              </a:rPr>
              <a:t>CHỨC NĂNG TRẮC NGHIỆM</a:t>
            </a:r>
          </a:p>
        </p:txBody>
      </p:sp>
      <p:pic>
        <p:nvPicPr>
          <p:cNvPr id="3" name="Picture 2">
            <a:extLst>
              <a:ext uri="{FF2B5EF4-FFF2-40B4-BE49-F238E27FC236}">
                <a16:creationId xmlns:a16="http://schemas.microsoft.com/office/drawing/2014/main" id="{5D9ABC1A-1E5A-CF18-2342-E61D89B7F8D3}"/>
              </a:ext>
            </a:extLst>
          </p:cNvPr>
          <p:cNvPicPr>
            <a:picLocks noChangeAspect="1"/>
          </p:cNvPicPr>
          <p:nvPr/>
        </p:nvPicPr>
        <p:blipFill>
          <a:blip r:embed="rId4"/>
          <a:stretch>
            <a:fillRect/>
          </a:stretch>
        </p:blipFill>
        <p:spPr>
          <a:xfrm>
            <a:off x="3640845" y="888907"/>
            <a:ext cx="1735021" cy="3855600"/>
          </a:xfrm>
          <a:prstGeom prst="rect">
            <a:avLst/>
          </a:prstGeom>
        </p:spPr>
      </p:pic>
      <p:pic>
        <p:nvPicPr>
          <p:cNvPr id="6" name="Picture 5">
            <a:extLst>
              <a:ext uri="{FF2B5EF4-FFF2-40B4-BE49-F238E27FC236}">
                <a16:creationId xmlns:a16="http://schemas.microsoft.com/office/drawing/2014/main" id="{3F2025D5-D4D0-4BA8-7C65-766C0312C989}"/>
              </a:ext>
            </a:extLst>
          </p:cNvPr>
          <p:cNvPicPr>
            <a:picLocks noChangeAspect="1"/>
          </p:cNvPicPr>
          <p:nvPr/>
        </p:nvPicPr>
        <p:blipFill>
          <a:blip r:embed="rId5"/>
          <a:stretch>
            <a:fillRect/>
          </a:stretch>
        </p:blipFill>
        <p:spPr>
          <a:xfrm>
            <a:off x="5432939" y="888906"/>
            <a:ext cx="1735020" cy="3855600"/>
          </a:xfrm>
          <a:prstGeom prst="rect">
            <a:avLst/>
          </a:prstGeom>
        </p:spPr>
      </p:pic>
      <p:pic>
        <p:nvPicPr>
          <p:cNvPr id="16" name="Picture 15">
            <a:extLst>
              <a:ext uri="{FF2B5EF4-FFF2-40B4-BE49-F238E27FC236}">
                <a16:creationId xmlns:a16="http://schemas.microsoft.com/office/drawing/2014/main" id="{E0E9C9B4-2C74-0804-5C3C-7E79A53DF8CB}"/>
              </a:ext>
            </a:extLst>
          </p:cNvPr>
          <p:cNvPicPr>
            <a:picLocks noChangeAspect="1"/>
          </p:cNvPicPr>
          <p:nvPr/>
        </p:nvPicPr>
        <p:blipFill>
          <a:blip r:embed="rId6"/>
          <a:stretch>
            <a:fillRect/>
          </a:stretch>
        </p:blipFill>
        <p:spPr>
          <a:xfrm>
            <a:off x="7375604" y="857499"/>
            <a:ext cx="1745819" cy="3879597"/>
          </a:xfrm>
          <a:prstGeom prst="rect">
            <a:avLst/>
          </a:prstGeom>
        </p:spPr>
      </p:pic>
    </p:spTree>
    <p:extLst>
      <p:ext uri="{BB962C8B-B14F-4D97-AF65-F5344CB8AC3E}">
        <p14:creationId xmlns:p14="http://schemas.microsoft.com/office/powerpoint/2010/main" val="13953124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Google Shape;682;p19">
            <a:extLst>
              <a:ext uri="{FF2B5EF4-FFF2-40B4-BE49-F238E27FC236}">
                <a16:creationId xmlns:a16="http://schemas.microsoft.com/office/drawing/2014/main" id="{9387AC8C-60D8-4E50-8E1D-AC74710FDA94}"/>
              </a:ext>
            </a:extLst>
          </p:cNvPr>
          <p:cNvSpPr/>
          <p:nvPr/>
        </p:nvSpPr>
        <p:spPr>
          <a:xfrm>
            <a:off x="5810485" y="1789639"/>
            <a:ext cx="405841" cy="321239"/>
          </a:xfrm>
          <a:custGeom>
            <a:avLst/>
            <a:gdLst/>
            <a:ahLst/>
            <a:cxnLst/>
            <a:rect l="l" t="t" r="r" b="b"/>
            <a:pathLst>
              <a:path w="2624" h="2077" extrusionOk="0">
                <a:moveTo>
                  <a:pt x="2624" y="460"/>
                </a:moveTo>
                <a:lnTo>
                  <a:pt x="2385" y="954"/>
                </a:lnTo>
                <a:lnTo>
                  <a:pt x="1939" y="681"/>
                </a:lnTo>
                <a:lnTo>
                  <a:pt x="1939" y="2077"/>
                </a:lnTo>
                <a:lnTo>
                  <a:pt x="686" y="2077"/>
                </a:lnTo>
                <a:lnTo>
                  <a:pt x="686" y="681"/>
                </a:lnTo>
                <a:lnTo>
                  <a:pt x="239" y="954"/>
                </a:lnTo>
                <a:lnTo>
                  <a:pt x="1" y="460"/>
                </a:lnTo>
                <a:lnTo>
                  <a:pt x="651" y="0"/>
                </a:lnTo>
                <a:lnTo>
                  <a:pt x="985" y="0"/>
                </a:lnTo>
                <a:cubicBezTo>
                  <a:pt x="1041" y="126"/>
                  <a:pt x="1167" y="213"/>
                  <a:pt x="1310" y="213"/>
                </a:cubicBezTo>
                <a:cubicBezTo>
                  <a:pt x="1458" y="213"/>
                  <a:pt x="1583" y="126"/>
                  <a:pt x="1640" y="0"/>
                </a:cubicBezTo>
                <a:lnTo>
                  <a:pt x="196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6" name="Google Shape;691;p19">
            <a:extLst>
              <a:ext uri="{FF2B5EF4-FFF2-40B4-BE49-F238E27FC236}">
                <a16:creationId xmlns:a16="http://schemas.microsoft.com/office/drawing/2014/main" id="{F51E1DB4-49EC-4E74-8251-000D31820C15}"/>
              </a:ext>
            </a:extLst>
          </p:cNvPr>
          <p:cNvGrpSpPr/>
          <p:nvPr/>
        </p:nvGrpSpPr>
        <p:grpSpPr>
          <a:xfrm>
            <a:off x="5866164" y="3309065"/>
            <a:ext cx="293864" cy="321394"/>
            <a:chOff x="5866164" y="3309065"/>
            <a:chExt cx="293864" cy="321394"/>
          </a:xfrm>
        </p:grpSpPr>
        <p:sp>
          <p:nvSpPr>
            <p:cNvPr id="257" name="Google Shape;692;p19">
              <a:extLst>
                <a:ext uri="{FF2B5EF4-FFF2-40B4-BE49-F238E27FC236}">
                  <a16:creationId xmlns:a16="http://schemas.microsoft.com/office/drawing/2014/main" id="{3AF04BE6-838A-4D5E-9E4A-525B858FCC08}"/>
                </a:ext>
              </a:extLst>
            </p:cNvPr>
            <p:cNvSpPr/>
            <p:nvPr/>
          </p:nvSpPr>
          <p:spPr>
            <a:xfrm>
              <a:off x="5866164" y="3309065"/>
              <a:ext cx="293864" cy="321394"/>
            </a:xfrm>
            <a:custGeom>
              <a:avLst/>
              <a:gdLst/>
              <a:ahLst/>
              <a:cxnLst/>
              <a:rect l="l" t="t" r="r" b="b"/>
              <a:pathLst>
                <a:path w="1900" h="2078" extrusionOk="0">
                  <a:moveTo>
                    <a:pt x="1900" y="2078"/>
                  </a:moveTo>
                  <a:lnTo>
                    <a:pt x="1375" y="2078"/>
                  </a:lnTo>
                  <a:lnTo>
                    <a:pt x="1353" y="1991"/>
                  </a:lnTo>
                  <a:lnTo>
                    <a:pt x="985" y="651"/>
                  </a:lnTo>
                  <a:lnTo>
                    <a:pt x="920" y="651"/>
                  </a:lnTo>
                  <a:lnTo>
                    <a:pt x="551" y="1991"/>
                  </a:lnTo>
                  <a:lnTo>
                    <a:pt x="525" y="2078"/>
                  </a:lnTo>
                  <a:lnTo>
                    <a:pt x="1" y="2078"/>
                  </a:lnTo>
                  <a:lnTo>
                    <a:pt x="18" y="1991"/>
                  </a:lnTo>
                  <a:lnTo>
                    <a:pt x="369" y="105"/>
                  </a:lnTo>
                  <a:lnTo>
                    <a:pt x="391" y="1"/>
                  </a:lnTo>
                  <a:lnTo>
                    <a:pt x="1514" y="1"/>
                  </a:lnTo>
                  <a:lnTo>
                    <a:pt x="1535" y="105"/>
                  </a:lnTo>
                  <a:lnTo>
                    <a:pt x="1887" y="199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693;p19">
              <a:extLst>
                <a:ext uri="{FF2B5EF4-FFF2-40B4-BE49-F238E27FC236}">
                  <a16:creationId xmlns:a16="http://schemas.microsoft.com/office/drawing/2014/main" id="{1273A474-4537-45A9-B610-65CB4972B05E}"/>
                </a:ext>
              </a:extLst>
            </p:cNvPr>
            <p:cNvSpPr/>
            <p:nvPr/>
          </p:nvSpPr>
          <p:spPr>
            <a:xfrm>
              <a:off x="5923236" y="3309065"/>
              <a:ext cx="180494" cy="16240"/>
            </a:xfrm>
            <a:custGeom>
              <a:avLst/>
              <a:gdLst/>
              <a:ahLst/>
              <a:cxnLst/>
              <a:rect l="l" t="t" r="r" b="b"/>
              <a:pathLst>
                <a:path w="1167" h="105" extrusionOk="0">
                  <a:moveTo>
                    <a:pt x="1166" y="105"/>
                  </a:moveTo>
                  <a:lnTo>
                    <a:pt x="0" y="105"/>
                  </a:lnTo>
                  <a:lnTo>
                    <a:pt x="22" y="1"/>
                  </a:lnTo>
                  <a:lnTo>
                    <a:pt x="114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 name="Picture 3">
            <a:extLst>
              <a:ext uri="{FF2B5EF4-FFF2-40B4-BE49-F238E27FC236}">
                <a16:creationId xmlns:a16="http://schemas.microsoft.com/office/drawing/2014/main" id="{349A690B-64D5-59E8-D020-400F33CED0FF}"/>
              </a:ext>
            </a:extLst>
          </p:cNvPr>
          <p:cNvPicPr>
            <a:picLocks noChangeAspect="1"/>
          </p:cNvPicPr>
          <p:nvPr/>
        </p:nvPicPr>
        <p:blipFill>
          <a:blip r:embed="rId2"/>
          <a:stretch>
            <a:fillRect/>
          </a:stretch>
        </p:blipFill>
        <p:spPr>
          <a:xfrm>
            <a:off x="867178" y="824344"/>
            <a:ext cx="1735339" cy="3856308"/>
          </a:xfrm>
          <a:prstGeom prst="rect">
            <a:avLst/>
          </a:prstGeom>
        </p:spPr>
      </p:pic>
      <p:pic>
        <p:nvPicPr>
          <p:cNvPr id="9" name="Picture 8">
            <a:extLst>
              <a:ext uri="{FF2B5EF4-FFF2-40B4-BE49-F238E27FC236}">
                <a16:creationId xmlns:a16="http://schemas.microsoft.com/office/drawing/2014/main" id="{AE2A9F58-BAA5-4D13-8612-9F9FEE57B7E8}"/>
              </a:ext>
            </a:extLst>
          </p:cNvPr>
          <p:cNvPicPr>
            <a:picLocks noChangeAspect="1"/>
          </p:cNvPicPr>
          <p:nvPr/>
        </p:nvPicPr>
        <p:blipFill>
          <a:blip r:embed="rId3"/>
          <a:stretch>
            <a:fillRect/>
          </a:stretch>
        </p:blipFill>
        <p:spPr>
          <a:xfrm>
            <a:off x="2693034" y="825406"/>
            <a:ext cx="1735339" cy="3856308"/>
          </a:xfrm>
          <a:prstGeom prst="rect">
            <a:avLst/>
          </a:prstGeom>
        </p:spPr>
      </p:pic>
      <p:sp>
        <p:nvSpPr>
          <p:cNvPr id="21" name="Google Shape;681;p19">
            <a:extLst>
              <a:ext uri="{FF2B5EF4-FFF2-40B4-BE49-F238E27FC236}">
                <a16:creationId xmlns:a16="http://schemas.microsoft.com/office/drawing/2014/main" id="{88F7EEAF-D608-A5F1-7F9E-87692B5FA642}"/>
              </a:ext>
            </a:extLst>
          </p:cNvPr>
          <p:cNvSpPr txBox="1">
            <a:spLocks/>
          </p:cNvSpPr>
          <p:nvPr/>
        </p:nvSpPr>
        <p:spPr>
          <a:xfrm>
            <a:off x="0" y="101601"/>
            <a:ext cx="9144000" cy="59145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Fira Sans Extra Condensed"/>
              <a:buNone/>
              <a:defRPr sz="3600" b="1" i="0" u="none" strike="noStrike" cap="none">
                <a:solidFill>
                  <a:schemeClr val="dk1"/>
                </a:solidFill>
                <a:latin typeface="Fira Sans Extra Condensed"/>
                <a:ea typeface="Fira Sans Extra Condensed"/>
                <a:cs typeface="Fira Sans Extra Condensed"/>
                <a:sym typeface="Fira Sans Extra Condensed"/>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r>
              <a:rPr lang="en-GB" sz="2800" dirty="0">
                <a:solidFill>
                  <a:srgbClr val="FF6D2F"/>
                </a:solidFill>
                <a:latin typeface="UTM Talling" panose="02040603050506020204" pitchFamily="18" charset="0"/>
              </a:rPr>
              <a:t>CHỨC NĂNG SẮP XẾP CÂU</a:t>
            </a:r>
          </a:p>
        </p:txBody>
      </p:sp>
      <p:pic>
        <p:nvPicPr>
          <p:cNvPr id="16" name="Picture 15">
            <a:extLst>
              <a:ext uri="{FF2B5EF4-FFF2-40B4-BE49-F238E27FC236}">
                <a16:creationId xmlns:a16="http://schemas.microsoft.com/office/drawing/2014/main" id="{E0E9C9B4-2C74-0804-5C3C-7E79A53DF8CB}"/>
              </a:ext>
            </a:extLst>
          </p:cNvPr>
          <p:cNvPicPr>
            <a:picLocks noChangeAspect="1"/>
          </p:cNvPicPr>
          <p:nvPr/>
        </p:nvPicPr>
        <p:blipFill>
          <a:blip r:embed="rId4"/>
          <a:stretch>
            <a:fillRect/>
          </a:stretch>
        </p:blipFill>
        <p:spPr>
          <a:xfrm>
            <a:off x="6459768" y="801055"/>
            <a:ext cx="1745819" cy="3879597"/>
          </a:xfrm>
          <a:prstGeom prst="rect">
            <a:avLst/>
          </a:prstGeom>
        </p:spPr>
      </p:pic>
      <p:pic>
        <p:nvPicPr>
          <p:cNvPr id="5" name="Picture 4">
            <a:extLst>
              <a:ext uri="{FF2B5EF4-FFF2-40B4-BE49-F238E27FC236}">
                <a16:creationId xmlns:a16="http://schemas.microsoft.com/office/drawing/2014/main" id="{E69DA252-2535-BFF3-5FBE-000A23169DB6}"/>
              </a:ext>
            </a:extLst>
          </p:cNvPr>
          <p:cNvPicPr>
            <a:picLocks noChangeAspect="1"/>
          </p:cNvPicPr>
          <p:nvPr/>
        </p:nvPicPr>
        <p:blipFill>
          <a:blip r:embed="rId5"/>
          <a:stretch>
            <a:fillRect/>
          </a:stretch>
        </p:blipFill>
        <p:spPr>
          <a:xfrm>
            <a:off x="4572000" y="825052"/>
            <a:ext cx="1735020" cy="3855600"/>
          </a:xfrm>
          <a:prstGeom prst="rect">
            <a:avLst/>
          </a:prstGeom>
        </p:spPr>
      </p:pic>
    </p:spTree>
    <p:extLst>
      <p:ext uri="{BB962C8B-B14F-4D97-AF65-F5344CB8AC3E}">
        <p14:creationId xmlns:p14="http://schemas.microsoft.com/office/powerpoint/2010/main" val="32988541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Google Shape;682;p19">
            <a:extLst>
              <a:ext uri="{FF2B5EF4-FFF2-40B4-BE49-F238E27FC236}">
                <a16:creationId xmlns:a16="http://schemas.microsoft.com/office/drawing/2014/main" id="{9387AC8C-60D8-4E50-8E1D-AC74710FDA94}"/>
              </a:ext>
            </a:extLst>
          </p:cNvPr>
          <p:cNvSpPr/>
          <p:nvPr/>
        </p:nvSpPr>
        <p:spPr>
          <a:xfrm>
            <a:off x="5810485" y="1789639"/>
            <a:ext cx="405841" cy="321239"/>
          </a:xfrm>
          <a:custGeom>
            <a:avLst/>
            <a:gdLst/>
            <a:ahLst/>
            <a:cxnLst/>
            <a:rect l="l" t="t" r="r" b="b"/>
            <a:pathLst>
              <a:path w="2624" h="2077" extrusionOk="0">
                <a:moveTo>
                  <a:pt x="2624" y="460"/>
                </a:moveTo>
                <a:lnTo>
                  <a:pt x="2385" y="954"/>
                </a:lnTo>
                <a:lnTo>
                  <a:pt x="1939" y="681"/>
                </a:lnTo>
                <a:lnTo>
                  <a:pt x="1939" y="2077"/>
                </a:lnTo>
                <a:lnTo>
                  <a:pt x="686" y="2077"/>
                </a:lnTo>
                <a:lnTo>
                  <a:pt x="686" y="681"/>
                </a:lnTo>
                <a:lnTo>
                  <a:pt x="239" y="954"/>
                </a:lnTo>
                <a:lnTo>
                  <a:pt x="1" y="460"/>
                </a:lnTo>
                <a:lnTo>
                  <a:pt x="651" y="0"/>
                </a:lnTo>
                <a:lnTo>
                  <a:pt x="985" y="0"/>
                </a:lnTo>
                <a:cubicBezTo>
                  <a:pt x="1041" y="126"/>
                  <a:pt x="1167" y="213"/>
                  <a:pt x="1310" y="213"/>
                </a:cubicBezTo>
                <a:cubicBezTo>
                  <a:pt x="1458" y="213"/>
                  <a:pt x="1583" y="126"/>
                  <a:pt x="1640" y="0"/>
                </a:cubicBezTo>
                <a:lnTo>
                  <a:pt x="196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6" name="Google Shape;691;p19">
            <a:extLst>
              <a:ext uri="{FF2B5EF4-FFF2-40B4-BE49-F238E27FC236}">
                <a16:creationId xmlns:a16="http://schemas.microsoft.com/office/drawing/2014/main" id="{F51E1DB4-49EC-4E74-8251-000D31820C15}"/>
              </a:ext>
            </a:extLst>
          </p:cNvPr>
          <p:cNvGrpSpPr/>
          <p:nvPr/>
        </p:nvGrpSpPr>
        <p:grpSpPr>
          <a:xfrm>
            <a:off x="5866164" y="3309065"/>
            <a:ext cx="293864" cy="321394"/>
            <a:chOff x="5866164" y="3309065"/>
            <a:chExt cx="293864" cy="321394"/>
          </a:xfrm>
        </p:grpSpPr>
        <p:sp>
          <p:nvSpPr>
            <p:cNvPr id="257" name="Google Shape;692;p19">
              <a:extLst>
                <a:ext uri="{FF2B5EF4-FFF2-40B4-BE49-F238E27FC236}">
                  <a16:creationId xmlns:a16="http://schemas.microsoft.com/office/drawing/2014/main" id="{3AF04BE6-838A-4D5E-9E4A-525B858FCC08}"/>
                </a:ext>
              </a:extLst>
            </p:cNvPr>
            <p:cNvSpPr/>
            <p:nvPr/>
          </p:nvSpPr>
          <p:spPr>
            <a:xfrm>
              <a:off x="5866164" y="3309065"/>
              <a:ext cx="293864" cy="321394"/>
            </a:xfrm>
            <a:custGeom>
              <a:avLst/>
              <a:gdLst/>
              <a:ahLst/>
              <a:cxnLst/>
              <a:rect l="l" t="t" r="r" b="b"/>
              <a:pathLst>
                <a:path w="1900" h="2078" extrusionOk="0">
                  <a:moveTo>
                    <a:pt x="1900" y="2078"/>
                  </a:moveTo>
                  <a:lnTo>
                    <a:pt x="1375" y="2078"/>
                  </a:lnTo>
                  <a:lnTo>
                    <a:pt x="1353" y="1991"/>
                  </a:lnTo>
                  <a:lnTo>
                    <a:pt x="985" y="651"/>
                  </a:lnTo>
                  <a:lnTo>
                    <a:pt x="920" y="651"/>
                  </a:lnTo>
                  <a:lnTo>
                    <a:pt x="551" y="1991"/>
                  </a:lnTo>
                  <a:lnTo>
                    <a:pt x="525" y="2078"/>
                  </a:lnTo>
                  <a:lnTo>
                    <a:pt x="1" y="2078"/>
                  </a:lnTo>
                  <a:lnTo>
                    <a:pt x="18" y="1991"/>
                  </a:lnTo>
                  <a:lnTo>
                    <a:pt x="369" y="105"/>
                  </a:lnTo>
                  <a:lnTo>
                    <a:pt x="391" y="1"/>
                  </a:lnTo>
                  <a:lnTo>
                    <a:pt x="1514" y="1"/>
                  </a:lnTo>
                  <a:lnTo>
                    <a:pt x="1535" y="105"/>
                  </a:lnTo>
                  <a:lnTo>
                    <a:pt x="1887" y="199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693;p19">
              <a:extLst>
                <a:ext uri="{FF2B5EF4-FFF2-40B4-BE49-F238E27FC236}">
                  <a16:creationId xmlns:a16="http://schemas.microsoft.com/office/drawing/2014/main" id="{1273A474-4537-45A9-B610-65CB4972B05E}"/>
                </a:ext>
              </a:extLst>
            </p:cNvPr>
            <p:cNvSpPr/>
            <p:nvPr/>
          </p:nvSpPr>
          <p:spPr>
            <a:xfrm>
              <a:off x="5923236" y="3309065"/>
              <a:ext cx="180494" cy="16240"/>
            </a:xfrm>
            <a:custGeom>
              <a:avLst/>
              <a:gdLst/>
              <a:ahLst/>
              <a:cxnLst/>
              <a:rect l="l" t="t" r="r" b="b"/>
              <a:pathLst>
                <a:path w="1167" h="105" extrusionOk="0">
                  <a:moveTo>
                    <a:pt x="1166" y="105"/>
                  </a:moveTo>
                  <a:lnTo>
                    <a:pt x="0" y="105"/>
                  </a:lnTo>
                  <a:lnTo>
                    <a:pt x="22" y="1"/>
                  </a:lnTo>
                  <a:lnTo>
                    <a:pt x="114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 name="Picture 3">
            <a:extLst>
              <a:ext uri="{FF2B5EF4-FFF2-40B4-BE49-F238E27FC236}">
                <a16:creationId xmlns:a16="http://schemas.microsoft.com/office/drawing/2014/main" id="{349A690B-64D5-59E8-D020-400F33CED0FF}"/>
              </a:ext>
            </a:extLst>
          </p:cNvPr>
          <p:cNvPicPr>
            <a:picLocks noChangeAspect="1"/>
          </p:cNvPicPr>
          <p:nvPr/>
        </p:nvPicPr>
        <p:blipFill>
          <a:blip r:embed="rId2"/>
          <a:stretch>
            <a:fillRect/>
          </a:stretch>
        </p:blipFill>
        <p:spPr>
          <a:xfrm>
            <a:off x="53496" y="903366"/>
            <a:ext cx="1735339" cy="3856308"/>
          </a:xfrm>
          <a:prstGeom prst="rect">
            <a:avLst/>
          </a:prstGeom>
        </p:spPr>
      </p:pic>
      <p:pic>
        <p:nvPicPr>
          <p:cNvPr id="9" name="Picture 8">
            <a:extLst>
              <a:ext uri="{FF2B5EF4-FFF2-40B4-BE49-F238E27FC236}">
                <a16:creationId xmlns:a16="http://schemas.microsoft.com/office/drawing/2014/main" id="{AE2A9F58-BAA5-4D13-8612-9F9FEE57B7E8}"/>
              </a:ext>
            </a:extLst>
          </p:cNvPr>
          <p:cNvPicPr>
            <a:picLocks noChangeAspect="1"/>
          </p:cNvPicPr>
          <p:nvPr/>
        </p:nvPicPr>
        <p:blipFill>
          <a:blip r:embed="rId3"/>
          <a:stretch>
            <a:fillRect/>
          </a:stretch>
        </p:blipFill>
        <p:spPr>
          <a:xfrm>
            <a:off x="1879352" y="904428"/>
            <a:ext cx="1735339" cy="3856308"/>
          </a:xfrm>
          <a:prstGeom prst="rect">
            <a:avLst/>
          </a:prstGeom>
        </p:spPr>
      </p:pic>
      <p:sp>
        <p:nvSpPr>
          <p:cNvPr id="21" name="Google Shape;681;p19">
            <a:extLst>
              <a:ext uri="{FF2B5EF4-FFF2-40B4-BE49-F238E27FC236}">
                <a16:creationId xmlns:a16="http://schemas.microsoft.com/office/drawing/2014/main" id="{88F7EEAF-D608-A5F1-7F9E-87692B5FA642}"/>
              </a:ext>
            </a:extLst>
          </p:cNvPr>
          <p:cNvSpPr txBox="1">
            <a:spLocks/>
          </p:cNvSpPr>
          <p:nvPr/>
        </p:nvSpPr>
        <p:spPr>
          <a:xfrm>
            <a:off x="0" y="101601"/>
            <a:ext cx="9144000" cy="59145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Fira Sans Extra Condensed"/>
              <a:buNone/>
              <a:defRPr sz="3600" b="1" i="0" u="none" strike="noStrike" cap="none">
                <a:solidFill>
                  <a:schemeClr val="dk1"/>
                </a:solidFill>
                <a:latin typeface="Fira Sans Extra Condensed"/>
                <a:ea typeface="Fira Sans Extra Condensed"/>
                <a:cs typeface="Fira Sans Extra Condensed"/>
                <a:sym typeface="Fira Sans Extra Condensed"/>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r>
              <a:rPr lang="en-GB" sz="2800" dirty="0">
                <a:solidFill>
                  <a:srgbClr val="FF6D2F"/>
                </a:solidFill>
                <a:latin typeface="UTM Talling" panose="02040603050506020204" pitchFamily="18" charset="0"/>
              </a:rPr>
              <a:t>CHỨC NĂNG ĐIỀN KHUYẾT</a:t>
            </a:r>
          </a:p>
        </p:txBody>
      </p:sp>
      <p:pic>
        <p:nvPicPr>
          <p:cNvPr id="3" name="Picture 2">
            <a:extLst>
              <a:ext uri="{FF2B5EF4-FFF2-40B4-BE49-F238E27FC236}">
                <a16:creationId xmlns:a16="http://schemas.microsoft.com/office/drawing/2014/main" id="{DAD045ED-8CFD-1345-6778-F39264D146F3}"/>
              </a:ext>
            </a:extLst>
          </p:cNvPr>
          <p:cNvPicPr>
            <a:picLocks noChangeAspect="1"/>
          </p:cNvPicPr>
          <p:nvPr/>
        </p:nvPicPr>
        <p:blipFill>
          <a:blip r:embed="rId4"/>
          <a:stretch>
            <a:fillRect/>
          </a:stretch>
        </p:blipFill>
        <p:spPr>
          <a:xfrm>
            <a:off x="5550410" y="903366"/>
            <a:ext cx="1735020" cy="3855600"/>
          </a:xfrm>
          <a:prstGeom prst="rect">
            <a:avLst/>
          </a:prstGeom>
        </p:spPr>
      </p:pic>
      <p:pic>
        <p:nvPicPr>
          <p:cNvPr id="7" name="Picture 6">
            <a:extLst>
              <a:ext uri="{FF2B5EF4-FFF2-40B4-BE49-F238E27FC236}">
                <a16:creationId xmlns:a16="http://schemas.microsoft.com/office/drawing/2014/main" id="{CECF644C-CBAD-E278-6822-B9718B8AE3BF}"/>
              </a:ext>
            </a:extLst>
          </p:cNvPr>
          <p:cNvPicPr>
            <a:picLocks noChangeAspect="1"/>
          </p:cNvPicPr>
          <p:nvPr/>
        </p:nvPicPr>
        <p:blipFill>
          <a:blip r:embed="rId5"/>
          <a:stretch>
            <a:fillRect/>
          </a:stretch>
        </p:blipFill>
        <p:spPr>
          <a:xfrm>
            <a:off x="3696607" y="903366"/>
            <a:ext cx="1735020" cy="3855600"/>
          </a:xfrm>
          <a:prstGeom prst="rect">
            <a:avLst/>
          </a:prstGeom>
        </p:spPr>
      </p:pic>
      <p:pic>
        <p:nvPicPr>
          <p:cNvPr id="15" name="Picture 14">
            <a:extLst>
              <a:ext uri="{FF2B5EF4-FFF2-40B4-BE49-F238E27FC236}">
                <a16:creationId xmlns:a16="http://schemas.microsoft.com/office/drawing/2014/main" id="{E0C038E4-FC6D-9445-17CB-E48448CEB31E}"/>
              </a:ext>
            </a:extLst>
          </p:cNvPr>
          <p:cNvPicPr>
            <a:picLocks noChangeAspect="1"/>
          </p:cNvPicPr>
          <p:nvPr/>
        </p:nvPicPr>
        <p:blipFill>
          <a:blip r:embed="rId6"/>
          <a:stretch>
            <a:fillRect/>
          </a:stretch>
        </p:blipFill>
        <p:spPr>
          <a:xfrm>
            <a:off x="7398181" y="903366"/>
            <a:ext cx="1745819" cy="3879597"/>
          </a:xfrm>
          <a:prstGeom prst="rect">
            <a:avLst/>
          </a:prstGeom>
        </p:spPr>
      </p:pic>
    </p:spTree>
    <p:extLst>
      <p:ext uri="{BB962C8B-B14F-4D97-AF65-F5344CB8AC3E}">
        <p14:creationId xmlns:p14="http://schemas.microsoft.com/office/powerpoint/2010/main" val="2082782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Google Shape;682;p19">
            <a:extLst>
              <a:ext uri="{FF2B5EF4-FFF2-40B4-BE49-F238E27FC236}">
                <a16:creationId xmlns:a16="http://schemas.microsoft.com/office/drawing/2014/main" id="{9387AC8C-60D8-4E50-8E1D-AC74710FDA94}"/>
              </a:ext>
            </a:extLst>
          </p:cNvPr>
          <p:cNvSpPr/>
          <p:nvPr/>
        </p:nvSpPr>
        <p:spPr>
          <a:xfrm>
            <a:off x="5810485" y="1789639"/>
            <a:ext cx="405841" cy="321239"/>
          </a:xfrm>
          <a:custGeom>
            <a:avLst/>
            <a:gdLst/>
            <a:ahLst/>
            <a:cxnLst/>
            <a:rect l="l" t="t" r="r" b="b"/>
            <a:pathLst>
              <a:path w="2624" h="2077" extrusionOk="0">
                <a:moveTo>
                  <a:pt x="2624" y="460"/>
                </a:moveTo>
                <a:lnTo>
                  <a:pt x="2385" y="954"/>
                </a:lnTo>
                <a:lnTo>
                  <a:pt x="1939" y="681"/>
                </a:lnTo>
                <a:lnTo>
                  <a:pt x="1939" y="2077"/>
                </a:lnTo>
                <a:lnTo>
                  <a:pt x="686" y="2077"/>
                </a:lnTo>
                <a:lnTo>
                  <a:pt x="686" y="681"/>
                </a:lnTo>
                <a:lnTo>
                  <a:pt x="239" y="954"/>
                </a:lnTo>
                <a:lnTo>
                  <a:pt x="1" y="460"/>
                </a:lnTo>
                <a:lnTo>
                  <a:pt x="651" y="0"/>
                </a:lnTo>
                <a:lnTo>
                  <a:pt x="985" y="0"/>
                </a:lnTo>
                <a:cubicBezTo>
                  <a:pt x="1041" y="126"/>
                  <a:pt x="1167" y="213"/>
                  <a:pt x="1310" y="213"/>
                </a:cubicBezTo>
                <a:cubicBezTo>
                  <a:pt x="1458" y="213"/>
                  <a:pt x="1583" y="126"/>
                  <a:pt x="1640" y="0"/>
                </a:cubicBezTo>
                <a:lnTo>
                  <a:pt x="196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6" name="Google Shape;691;p19">
            <a:extLst>
              <a:ext uri="{FF2B5EF4-FFF2-40B4-BE49-F238E27FC236}">
                <a16:creationId xmlns:a16="http://schemas.microsoft.com/office/drawing/2014/main" id="{F51E1DB4-49EC-4E74-8251-000D31820C15}"/>
              </a:ext>
            </a:extLst>
          </p:cNvPr>
          <p:cNvGrpSpPr/>
          <p:nvPr/>
        </p:nvGrpSpPr>
        <p:grpSpPr>
          <a:xfrm>
            <a:off x="5866164" y="3309065"/>
            <a:ext cx="293864" cy="321394"/>
            <a:chOff x="5866164" y="3309065"/>
            <a:chExt cx="293864" cy="321394"/>
          </a:xfrm>
        </p:grpSpPr>
        <p:sp>
          <p:nvSpPr>
            <p:cNvPr id="257" name="Google Shape;692;p19">
              <a:extLst>
                <a:ext uri="{FF2B5EF4-FFF2-40B4-BE49-F238E27FC236}">
                  <a16:creationId xmlns:a16="http://schemas.microsoft.com/office/drawing/2014/main" id="{3AF04BE6-838A-4D5E-9E4A-525B858FCC08}"/>
                </a:ext>
              </a:extLst>
            </p:cNvPr>
            <p:cNvSpPr/>
            <p:nvPr/>
          </p:nvSpPr>
          <p:spPr>
            <a:xfrm>
              <a:off x="5866164" y="3309065"/>
              <a:ext cx="293864" cy="321394"/>
            </a:xfrm>
            <a:custGeom>
              <a:avLst/>
              <a:gdLst/>
              <a:ahLst/>
              <a:cxnLst/>
              <a:rect l="l" t="t" r="r" b="b"/>
              <a:pathLst>
                <a:path w="1900" h="2078" extrusionOk="0">
                  <a:moveTo>
                    <a:pt x="1900" y="2078"/>
                  </a:moveTo>
                  <a:lnTo>
                    <a:pt x="1375" y="2078"/>
                  </a:lnTo>
                  <a:lnTo>
                    <a:pt x="1353" y="1991"/>
                  </a:lnTo>
                  <a:lnTo>
                    <a:pt x="985" y="651"/>
                  </a:lnTo>
                  <a:lnTo>
                    <a:pt x="920" y="651"/>
                  </a:lnTo>
                  <a:lnTo>
                    <a:pt x="551" y="1991"/>
                  </a:lnTo>
                  <a:lnTo>
                    <a:pt x="525" y="2078"/>
                  </a:lnTo>
                  <a:lnTo>
                    <a:pt x="1" y="2078"/>
                  </a:lnTo>
                  <a:lnTo>
                    <a:pt x="18" y="1991"/>
                  </a:lnTo>
                  <a:lnTo>
                    <a:pt x="369" y="105"/>
                  </a:lnTo>
                  <a:lnTo>
                    <a:pt x="391" y="1"/>
                  </a:lnTo>
                  <a:lnTo>
                    <a:pt x="1514" y="1"/>
                  </a:lnTo>
                  <a:lnTo>
                    <a:pt x="1535" y="105"/>
                  </a:lnTo>
                  <a:lnTo>
                    <a:pt x="1887" y="199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693;p19">
              <a:extLst>
                <a:ext uri="{FF2B5EF4-FFF2-40B4-BE49-F238E27FC236}">
                  <a16:creationId xmlns:a16="http://schemas.microsoft.com/office/drawing/2014/main" id="{1273A474-4537-45A9-B610-65CB4972B05E}"/>
                </a:ext>
              </a:extLst>
            </p:cNvPr>
            <p:cNvSpPr/>
            <p:nvPr/>
          </p:nvSpPr>
          <p:spPr>
            <a:xfrm>
              <a:off x="5923236" y="3309065"/>
              <a:ext cx="180494" cy="16240"/>
            </a:xfrm>
            <a:custGeom>
              <a:avLst/>
              <a:gdLst/>
              <a:ahLst/>
              <a:cxnLst/>
              <a:rect l="l" t="t" r="r" b="b"/>
              <a:pathLst>
                <a:path w="1167" h="105" extrusionOk="0">
                  <a:moveTo>
                    <a:pt x="1166" y="105"/>
                  </a:moveTo>
                  <a:lnTo>
                    <a:pt x="0" y="105"/>
                  </a:lnTo>
                  <a:lnTo>
                    <a:pt x="22" y="1"/>
                  </a:lnTo>
                  <a:lnTo>
                    <a:pt x="114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 name="Picture 3">
            <a:extLst>
              <a:ext uri="{FF2B5EF4-FFF2-40B4-BE49-F238E27FC236}">
                <a16:creationId xmlns:a16="http://schemas.microsoft.com/office/drawing/2014/main" id="{349A690B-64D5-59E8-D020-400F33CED0FF}"/>
              </a:ext>
            </a:extLst>
          </p:cNvPr>
          <p:cNvPicPr>
            <a:picLocks noChangeAspect="1"/>
          </p:cNvPicPr>
          <p:nvPr/>
        </p:nvPicPr>
        <p:blipFill>
          <a:blip r:embed="rId2"/>
          <a:stretch>
            <a:fillRect/>
          </a:stretch>
        </p:blipFill>
        <p:spPr>
          <a:xfrm>
            <a:off x="560673" y="846566"/>
            <a:ext cx="1735339" cy="3856308"/>
          </a:xfrm>
          <a:prstGeom prst="rect">
            <a:avLst/>
          </a:prstGeom>
        </p:spPr>
      </p:pic>
      <p:pic>
        <p:nvPicPr>
          <p:cNvPr id="9" name="Picture 8">
            <a:extLst>
              <a:ext uri="{FF2B5EF4-FFF2-40B4-BE49-F238E27FC236}">
                <a16:creationId xmlns:a16="http://schemas.microsoft.com/office/drawing/2014/main" id="{AE2A9F58-BAA5-4D13-8612-9F9FEE57B7E8}"/>
              </a:ext>
            </a:extLst>
          </p:cNvPr>
          <p:cNvPicPr>
            <a:picLocks noChangeAspect="1"/>
          </p:cNvPicPr>
          <p:nvPr/>
        </p:nvPicPr>
        <p:blipFill>
          <a:blip r:embed="rId3"/>
          <a:stretch>
            <a:fillRect/>
          </a:stretch>
        </p:blipFill>
        <p:spPr>
          <a:xfrm>
            <a:off x="2606883" y="858211"/>
            <a:ext cx="1735339" cy="3856308"/>
          </a:xfrm>
          <a:prstGeom prst="rect">
            <a:avLst/>
          </a:prstGeom>
        </p:spPr>
      </p:pic>
      <p:sp>
        <p:nvSpPr>
          <p:cNvPr id="21" name="Google Shape;681;p19">
            <a:extLst>
              <a:ext uri="{FF2B5EF4-FFF2-40B4-BE49-F238E27FC236}">
                <a16:creationId xmlns:a16="http://schemas.microsoft.com/office/drawing/2014/main" id="{88F7EEAF-D608-A5F1-7F9E-87692B5FA642}"/>
              </a:ext>
            </a:extLst>
          </p:cNvPr>
          <p:cNvSpPr txBox="1">
            <a:spLocks/>
          </p:cNvSpPr>
          <p:nvPr/>
        </p:nvSpPr>
        <p:spPr>
          <a:xfrm>
            <a:off x="0" y="101601"/>
            <a:ext cx="9144000" cy="59145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Fira Sans Extra Condensed"/>
              <a:buNone/>
              <a:defRPr sz="3600" b="1" i="0" u="none" strike="noStrike" cap="none">
                <a:solidFill>
                  <a:schemeClr val="dk1"/>
                </a:solidFill>
                <a:latin typeface="Fira Sans Extra Condensed"/>
                <a:ea typeface="Fira Sans Extra Condensed"/>
                <a:cs typeface="Fira Sans Extra Condensed"/>
                <a:sym typeface="Fira Sans Extra Condensed"/>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r>
              <a:rPr lang="en-GB" sz="2800" dirty="0">
                <a:solidFill>
                  <a:srgbClr val="FF6D2F"/>
                </a:solidFill>
                <a:latin typeface="UTM Talling" panose="02040603050506020204" pitchFamily="18" charset="0"/>
              </a:rPr>
              <a:t>CHỨC NĂNG LUYỆN NGHE</a:t>
            </a:r>
          </a:p>
        </p:txBody>
      </p:sp>
      <p:pic>
        <p:nvPicPr>
          <p:cNvPr id="15" name="Picture 14">
            <a:extLst>
              <a:ext uri="{FF2B5EF4-FFF2-40B4-BE49-F238E27FC236}">
                <a16:creationId xmlns:a16="http://schemas.microsoft.com/office/drawing/2014/main" id="{E0C038E4-FC6D-9445-17CB-E48448CEB31E}"/>
              </a:ext>
            </a:extLst>
          </p:cNvPr>
          <p:cNvPicPr>
            <a:picLocks noChangeAspect="1"/>
          </p:cNvPicPr>
          <p:nvPr/>
        </p:nvPicPr>
        <p:blipFill>
          <a:blip r:embed="rId4"/>
          <a:stretch>
            <a:fillRect/>
          </a:stretch>
        </p:blipFill>
        <p:spPr>
          <a:xfrm>
            <a:off x="6612065" y="835133"/>
            <a:ext cx="1745819" cy="3879597"/>
          </a:xfrm>
          <a:prstGeom prst="rect">
            <a:avLst/>
          </a:prstGeom>
        </p:spPr>
      </p:pic>
      <p:pic>
        <p:nvPicPr>
          <p:cNvPr id="5" name="Picture 4">
            <a:extLst>
              <a:ext uri="{FF2B5EF4-FFF2-40B4-BE49-F238E27FC236}">
                <a16:creationId xmlns:a16="http://schemas.microsoft.com/office/drawing/2014/main" id="{BB1BF52A-5525-5FC7-8696-659CEEA9BE2A}"/>
              </a:ext>
            </a:extLst>
          </p:cNvPr>
          <p:cNvPicPr>
            <a:picLocks noChangeAspect="1"/>
          </p:cNvPicPr>
          <p:nvPr/>
        </p:nvPicPr>
        <p:blipFill>
          <a:blip r:embed="rId5"/>
          <a:stretch>
            <a:fillRect/>
          </a:stretch>
        </p:blipFill>
        <p:spPr>
          <a:xfrm>
            <a:off x="4546997" y="858211"/>
            <a:ext cx="1735339" cy="3856308"/>
          </a:xfrm>
          <a:prstGeom prst="rect">
            <a:avLst/>
          </a:prstGeom>
        </p:spPr>
      </p:pic>
    </p:spTree>
    <p:extLst>
      <p:ext uri="{BB962C8B-B14F-4D97-AF65-F5344CB8AC3E}">
        <p14:creationId xmlns:p14="http://schemas.microsoft.com/office/powerpoint/2010/main" val="33706563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Google Shape;681;p19">
            <a:extLst>
              <a:ext uri="{FF2B5EF4-FFF2-40B4-BE49-F238E27FC236}">
                <a16:creationId xmlns:a16="http://schemas.microsoft.com/office/drawing/2014/main" id="{88F7EEAF-D608-A5F1-7F9E-87692B5FA642}"/>
              </a:ext>
            </a:extLst>
          </p:cNvPr>
          <p:cNvSpPr txBox="1">
            <a:spLocks/>
          </p:cNvSpPr>
          <p:nvPr/>
        </p:nvSpPr>
        <p:spPr>
          <a:xfrm>
            <a:off x="0" y="101601"/>
            <a:ext cx="9144000" cy="59145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Fira Sans Extra Condensed"/>
              <a:buNone/>
              <a:defRPr sz="3600" b="1" i="0" u="none" strike="noStrike" cap="none">
                <a:solidFill>
                  <a:schemeClr val="dk1"/>
                </a:solidFill>
                <a:latin typeface="Fira Sans Extra Condensed"/>
                <a:ea typeface="Fira Sans Extra Condensed"/>
                <a:cs typeface="Fira Sans Extra Condensed"/>
                <a:sym typeface="Fira Sans Extra Condensed"/>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r>
              <a:rPr lang="en-GB" sz="2800" dirty="0">
                <a:solidFill>
                  <a:srgbClr val="FF6D2F"/>
                </a:solidFill>
                <a:latin typeface="UTM Talling" panose="02040603050506020204" pitchFamily="18" charset="0"/>
              </a:rPr>
              <a:t>CHỨC NĂNG ADMIN</a:t>
            </a:r>
          </a:p>
        </p:txBody>
      </p:sp>
      <p:pic>
        <p:nvPicPr>
          <p:cNvPr id="3" name="Picture 2">
            <a:extLst>
              <a:ext uri="{FF2B5EF4-FFF2-40B4-BE49-F238E27FC236}">
                <a16:creationId xmlns:a16="http://schemas.microsoft.com/office/drawing/2014/main" id="{BF541585-3CA6-8E80-933D-84C5C79FEB91}"/>
              </a:ext>
            </a:extLst>
          </p:cNvPr>
          <p:cNvPicPr>
            <a:picLocks noChangeAspect="1"/>
          </p:cNvPicPr>
          <p:nvPr/>
        </p:nvPicPr>
        <p:blipFill>
          <a:blip r:embed="rId2"/>
          <a:stretch>
            <a:fillRect/>
          </a:stretch>
        </p:blipFill>
        <p:spPr>
          <a:xfrm>
            <a:off x="3648086" y="1045435"/>
            <a:ext cx="1735020" cy="3855600"/>
          </a:xfrm>
          <a:prstGeom prst="rect">
            <a:avLst/>
          </a:prstGeom>
        </p:spPr>
      </p:pic>
      <p:pic>
        <p:nvPicPr>
          <p:cNvPr id="7" name="Picture 6">
            <a:extLst>
              <a:ext uri="{FF2B5EF4-FFF2-40B4-BE49-F238E27FC236}">
                <a16:creationId xmlns:a16="http://schemas.microsoft.com/office/drawing/2014/main" id="{D9E4831A-2F4C-6C8C-4FFC-3CFC9D954BB3}"/>
              </a:ext>
            </a:extLst>
          </p:cNvPr>
          <p:cNvPicPr>
            <a:picLocks noChangeAspect="1"/>
          </p:cNvPicPr>
          <p:nvPr/>
        </p:nvPicPr>
        <p:blipFill>
          <a:blip r:embed="rId3"/>
          <a:stretch>
            <a:fillRect/>
          </a:stretch>
        </p:blipFill>
        <p:spPr>
          <a:xfrm>
            <a:off x="1872902" y="1045435"/>
            <a:ext cx="1735020" cy="3855600"/>
          </a:xfrm>
          <a:prstGeom prst="rect">
            <a:avLst/>
          </a:prstGeom>
        </p:spPr>
      </p:pic>
      <p:pic>
        <p:nvPicPr>
          <p:cNvPr id="12" name="Picture 11">
            <a:extLst>
              <a:ext uri="{FF2B5EF4-FFF2-40B4-BE49-F238E27FC236}">
                <a16:creationId xmlns:a16="http://schemas.microsoft.com/office/drawing/2014/main" id="{FF7EAF2C-53A3-6F1B-E7DA-0CE09F731927}"/>
              </a:ext>
            </a:extLst>
          </p:cNvPr>
          <p:cNvPicPr>
            <a:picLocks noChangeAspect="1"/>
          </p:cNvPicPr>
          <p:nvPr/>
        </p:nvPicPr>
        <p:blipFill>
          <a:blip r:embed="rId4"/>
          <a:stretch>
            <a:fillRect/>
          </a:stretch>
        </p:blipFill>
        <p:spPr>
          <a:xfrm>
            <a:off x="97718" y="1045435"/>
            <a:ext cx="1735020" cy="3855600"/>
          </a:xfrm>
          <a:prstGeom prst="rect">
            <a:avLst/>
          </a:prstGeom>
        </p:spPr>
      </p:pic>
      <p:pic>
        <p:nvPicPr>
          <p:cNvPr id="14" name="Picture 13">
            <a:extLst>
              <a:ext uri="{FF2B5EF4-FFF2-40B4-BE49-F238E27FC236}">
                <a16:creationId xmlns:a16="http://schemas.microsoft.com/office/drawing/2014/main" id="{B52468A8-2DCC-98C1-C8A3-02D93C61E2AC}"/>
              </a:ext>
            </a:extLst>
          </p:cNvPr>
          <p:cNvPicPr>
            <a:picLocks noChangeAspect="1"/>
          </p:cNvPicPr>
          <p:nvPr/>
        </p:nvPicPr>
        <p:blipFill>
          <a:blip r:embed="rId5"/>
          <a:stretch>
            <a:fillRect/>
          </a:stretch>
        </p:blipFill>
        <p:spPr>
          <a:xfrm>
            <a:off x="5463434" y="1045435"/>
            <a:ext cx="1735020" cy="3855600"/>
          </a:xfrm>
          <a:prstGeom prst="rect">
            <a:avLst/>
          </a:prstGeom>
        </p:spPr>
      </p:pic>
      <p:pic>
        <p:nvPicPr>
          <p:cNvPr id="17" name="Picture 16">
            <a:extLst>
              <a:ext uri="{FF2B5EF4-FFF2-40B4-BE49-F238E27FC236}">
                <a16:creationId xmlns:a16="http://schemas.microsoft.com/office/drawing/2014/main" id="{AD060684-203C-B9E9-5A0A-42521EEB1017}"/>
              </a:ext>
            </a:extLst>
          </p:cNvPr>
          <p:cNvPicPr>
            <a:picLocks noChangeAspect="1"/>
          </p:cNvPicPr>
          <p:nvPr/>
        </p:nvPicPr>
        <p:blipFill>
          <a:blip r:embed="rId6"/>
          <a:stretch>
            <a:fillRect/>
          </a:stretch>
        </p:blipFill>
        <p:spPr>
          <a:xfrm>
            <a:off x="7338554" y="1077185"/>
            <a:ext cx="1735828" cy="3855600"/>
          </a:xfrm>
          <a:prstGeom prst="rect">
            <a:avLst/>
          </a:prstGeom>
        </p:spPr>
      </p:pic>
    </p:spTree>
    <p:extLst>
      <p:ext uri="{BB962C8B-B14F-4D97-AF65-F5344CB8AC3E}">
        <p14:creationId xmlns:p14="http://schemas.microsoft.com/office/powerpoint/2010/main" val="20250285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Google Shape;681;p19">
            <a:extLst>
              <a:ext uri="{FF2B5EF4-FFF2-40B4-BE49-F238E27FC236}">
                <a16:creationId xmlns:a16="http://schemas.microsoft.com/office/drawing/2014/main" id="{88F7EEAF-D608-A5F1-7F9E-87692B5FA642}"/>
              </a:ext>
            </a:extLst>
          </p:cNvPr>
          <p:cNvSpPr txBox="1">
            <a:spLocks/>
          </p:cNvSpPr>
          <p:nvPr/>
        </p:nvSpPr>
        <p:spPr>
          <a:xfrm>
            <a:off x="0" y="101601"/>
            <a:ext cx="9144000" cy="59145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Fira Sans Extra Condensed"/>
              <a:buNone/>
              <a:defRPr sz="3600" b="1" i="0" u="none" strike="noStrike" cap="none">
                <a:solidFill>
                  <a:schemeClr val="dk1"/>
                </a:solidFill>
                <a:latin typeface="Fira Sans Extra Condensed"/>
                <a:ea typeface="Fira Sans Extra Condensed"/>
                <a:cs typeface="Fira Sans Extra Condensed"/>
                <a:sym typeface="Fira Sans Extra Condensed"/>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r>
              <a:rPr lang="en-GB" sz="2800" dirty="0">
                <a:solidFill>
                  <a:srgbClr val="FF6D2F"/>
                </a:solidFill>
                <a:latin typeface="UTM Talling" panose="02040603050506020204" pitchFamily="18" charset="0"/>
              </a:rPr>
              <a:t>CHỨC NĂNG ADMIN</a:t>
            </a:r>
          </a:p>
        </p:txBody>
      </p:sp>
      <p:pic>
        <p:nvPicPr>
          <p:cNvPr id="4" name="Picture 3">
            <a:extLst>
              <a:ext uri="{FF2B5EF4-FFF2-40B4-BE49-F238E27FC236}">
                <a16:creationId xmlns:a16="http://schemas.microsoft.com/office/drawing/2014/main" id="{8E126E6A-5D36-F1D1-60ED-22C02AE7ABEB}"/>
              </a:ext>
            </a:extLst>
          </p:cNvPr>
          <p:cNvPicPr>
            <a:picLocks noChangeAspect="1"/>
          </p:cNvPicPr>
          <p:nvPr/>
        </p:nvPicPr>
        <p:blipFill>
          <a:blip r:embed="rId2"/>
          <a:stretch>
            <a:fillRect/>
          </a:stretch>
        </p:blipFill>
        <p:spPr>
          <a:xfrm>
            <a:off x="4575600" y="693053"/>
            <a:ext cx="1490400" cy="3312000"/>
          </a:xfrm>
          <a:prstGeom prst="rect">
            <a:avLst/>
          </a:prstGeom>
        </p:spPr>
      </p:pic>
      <p:pic>
        <p:nvPicPr>
          <p:cNvPr id="6" name="Picture 5">
            <a:extLst>
              <a:ext uri="{FF2B5EF4-FFF2-40B4-BE49-F238E27FC236}">
                <a16:creationId xmlns:a16="http://schemas.microsoft.com/office/drawing/2014/main" id="{36D55789-37BA-E9ED-A394-A9052E7A4802}"/>
              </a:ext>
            </a:extLst>
          </p:cNvPr>
          <p:cNvPicPr>
            <a:picLocks noChangeAspect="1"/>
          </p:cNvPicPr>
          <p:nvPr/>
        </p:nvPicPr>
        <p:blipFill>
          <a:blip r:embed="rId3"/>
          <a:stretch>
            <a:fillRect/>
          </a:stretch>
        </p:blipFill>
        <p:spPr>
          <a:xfrm>
            <a:off x="3085200" y="693053"/>
            <a:ext cx="1490400" cy="3312000"/>
          </a:xfrm>
          <a:prstGeom prst="rect">
            <a:avLst/>
          </a:prstGeom>
        </p:spPr>
      </p:pic>
      <p:pic>
        <p:nvPicPr>
          <p:cNvPr id="9" name="Picture 8">
            <a:extLst>
              <a:ext uri="{FF2B5EF4-FFF2-40B4-BE49-F238E27FC236}">
                <a16:creationId xmlns:a16="http://schemas.microsoft.com/office/drawing/2014/main" id="{A5127B34-AFD5-C454-595D-5067467E1C3B}"/>
              </a:ext>
            </a:extLst>
          </p:cNvPr>
          <p:cNvPicPr>
            <a:picLocks noChangeAspect="1"/>
          </p:cNvPicPr>
          <p:nvPr/>
        </p:nvPicPr>
        <p:blipFill>
          <a:blip r:embed="rId4"/>
          <a:stretch>
            <a:fillRect/>
          </a:stretch>
        </p:blipFill>
        <p:spPr>
          <a:xfrm>
            <a:off x="7621200" y="693053"/>
            <a:ext cx="1490400" cy="3312000"/>
          </a:xfrm>
          <a:prstGeom prst="rect">
            <a:avLst/>
          </a:prstGeom>
        </p:spPr>
      </p:pic>
      <p:pic>
        <p:nvPicPr>
          <p:cNvPr id="11" name="Picture 10">
            <a:extLst>
              <a:ext uri="{FF2B5EF4-FFF2-40B4-BE49-F238E27FC236}">
                <a16:creationId xmlns:a16="http://schemas.microsoft.com/office/drawing/2014/main" id="{A36A4686-E30D-B273-6C00-ADEAA8E0A138}"/>
              </a:ext>
            </a:extLst>
          </p:cNvPr>
          <p:cNvPicPr>
            <a:picLocks noChangeAspect="1"/>
          </p:cNvPicPr>
          <p:nvPr/>
        </p:nvPicPr>
        <p:blipFill>
          <a:blip r:embed="rId5"/>
          <a:stretch>
            <a:fillRect/>
          </a:stretch>
        </p:blipFill>
        <p:spPr>
          <a:xfrm>
            <a:off x="6098400" y="693053"/>
            <a:ext cx="1490400" cy="3312000"/>
          </a:xfrm>
          <a:prstGeom prst="rect">
            <a:avLst/>
          </a:prstGeom>
        </p:spPr>
      </p:pic>
      <p:pic>
        <p:nvPicPr>
          <p:cNvPr id="15" name="Picture 14">
            <a:extLst>
              <a:ext uri="{FF2B5EF4-FFF2-40B4-BE49-F238E27FC236}">
                <a16:creationId xmlns:a16="http://schemas.microsoft.com/office/drawing/2014/main" id="{D2A552A9-2425-4C88-1383-8C16E8B242E6}"/>
              </a:ext>
            </a:extLst>
          </p:cNvPr>
          <p:cNvPicPr>
            <a:picLocks noChangeAspect="1"/>
          </p:cNvPicPr>
          <p:nvPr/>
        </p:nvPicPr>
        <p:blipFill>
          <a:blip r:embed="rId6"/>
          <a:stretch>
            <a:fillRect/>
          </a:stretch>
        </p:blipFill>
        <p:spPr>
          <a:xfrm>
            <a:off x="1557067" y="693053"/>
            <a:ext cx="1490400" cy="3312000"/>
          </a:xfrm>
          <a:prstGeom prst="rect">
            <a:avLst/>
          </a:prstGeom>
        </p:spPr>
      </p:pic>
      <p:pic>
        <p:nvPicPr>
          <p:cNvPr id="17" name="Picture 16">
            <a:extLst>
              <a:ext uri="{FF2B5EF4-FFF2-40B4-BE49-F238E27FC236}">
                <a16:creationId xmlns:a16="http://schemas.microsoft.com/office/drawing/2014/main" id="{11F3195B-EA8F-84C0-20F2-6903514A43BD}"/>
              </a:ext>
            </a:extLst>
          </p:cNvPr>
          <p:cNvPicPr>
            <a:picLocks noChangeAspect="1"/>
          </p:cNvPicPr>
          <p:nvPr/>
        </p:nvPicPr>
        <p:blipFill>
          <a:blip r:embed="rId7"/>
          <a:stretch>
            <a:fillRect/>
          </a:stretch>
        </p:blipFill>
        <p:spPr>
          <a:xfrm>
            <a:off x="0" y="693053"/>
            <a:ext cx="1490400" cy="3312000"/>
          </a:xfrm>
          <a:prstGeom prst="rect">
            <a:avLst/>
          </a:prstGeom>
        </p:spPr>
      </p:pic>
    </p:spTree>
    <p:extLst>
      <p:ext uri="{BB962C8B-B14F-4D97-AF65-F5344CB8AC3E}">
        <p14:creationId xmlns:p14="http://schemas.microsoft.com/office/powerpoint/2010/main" val="36617937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Google Shape;682;p19">
            <a:extLst>
              <a:ext uri="{FF2B5EF4-FFF2-40B4-BE49-F238E27FC236}">
                <a16:creationId xmlns:a16="http://schemas.microsoft.com/office/drawing/2014/main" id="{9387AC8C-60D8-4E50-8E1D-AC74710FDA94}"/>
              </a:ext>
            </a:extLst>
          </p:cNvPr>
          <p:cNvSpPr/>
          <p:nvPr/>
        </p:nvSpPr>
        <p:spPr>
          <a:xfrm>
            <a:off x="5810485" y="1789639"/>
            <a:ext cx="405841" cy="321239"/>
          </a:xfrm>
          <a:custGeom>
            <a:avLst/>
            <a:gdLst/>
            <a:ahLst/>
            <a:cxnLst/>
            <a:rect l="l" t="t" r="r" b="b"/>
            <a:pathLst>
              <a:path w="2624" h="2077" extrusionOk="0">
                <a:moveTo>
                  <a:pt x="2624" y="460"/>
                </a:moveTo>
                <a:lnTo>
                  <a:pt x="2385" y="954"/>
                </a:lnTo>
                <a:lnTo>
                  <a:pt x="1939" y="681"/>
                </a:lnTo>
                <a:lnTo>
                  <a:pt x="1939" y="2077"/>
                </a:lnTo>
                <a:lnTo>
                  <a:pt x="686" y="2077"/>
                </a:lnTo>
                <a:lnTo>
                  <a:pt x="686" y="681"/>
                </a:lnTo>
                <a:lnTo>
                  <a:pt x="239" y="954"/>
                </a:lnTo>
                <a:lnTo>
                  <a:pt x="1" y="460"/>
                </a:lnTo>
                <a:lnTo>
                  <a:pt x="651" y="0"/>
                </a:lnTo>
                <a:lnTo>
                  <a:pt x="985" y="0"/>
                </a:lnTo>
                <a:cubicBezTo>
                  <a:pt x="1041" y="126"/>
                  <a:pt x="1167" y="213"/>
                  <a:pt x="1310" y="213"/>
                </a:cubicBezTo>
                <a:cubicBezTo>
                  <a:pt x="1458" y="213"/>
                  <a:pt x="1583" y="126"/>
                  <a:pt x="1640" y="0"/>
                </a:cubicBezTo>
                <a:lnTo>
                  <a:pt x="196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6" name="Google Shape;691;p19">
            <a:extLst>
              <a:ext uri="{FF2B5EF4-FFF2-40B4-BE49-F238E27FC236}">
                <a16:creationId xmlns:a16="http://schemas.microsoft.com/office/drawing/2014/main" id="{F51E1DB4-49EC-4E74-8251-000D31820C15}"/>
              </a:ext>
            </a:extLst>
          </p:cNvPr>
          <p:cNvGrpSpPr/>
          <p:nvPr/>
        </p:nvGrpSpPr>
        <p:grpSpPr>
          <a:xfrm>
            <a:off x="5866164" y="3309065"/>
            <a:ext cx="293864" cy="321394"/>
            <a:chOff x="5866164" y="3309065"/>
            <a:chExt cx="293864" cy="321394"/>
          </a:xfrm>
        </p:grpSpPr>
        <p:sp>
          <p:nvSpPr>
            <p:cNvPr id="257" name="Google Shape;692;p19">
              <a:extLst>
                <a:ext uri="{FF2B5EF4-FFF2-40B4-BE49-F238E27FC236}">
                  <a16:creationId xmlns:a16="http://schemas.microsoft.com/office/drawing/2014/main" id="{3AF04BE6-838A-4D5E-9E4A-525B858FCC08}"/>
                </a:ext>
              </a:extLst>
            </p:cNvPr>
            <p:cNvSpPr/>
            <p:nvPr/>
          </p:nvSpPr>
          <p:spPr>
            <a:xfrm>
              <a:off x="5866164" y="3309065"/>
              <a:ext cx="293864" cy="321394"/>
            </a:xfrm>
            <a:custGeom>
              <a:avLst/>
              <a:gdLst/>
              <a:ahLst/>
              <a:cxnLst/>
              <a:rect l="l" t="t" r="r" b="b"/>
              <a:pathLst>
                <a:path w="1900" h="2078" extrusionOk="0">
                  <a:moveTo>
                    <a:pt x="1900" y="2078"/>
                  </a:moveTo>
                  <a:lnTo>
                    <a:pt x="1375" y="2078"/>
                  </a:lnTo>
                  <a:lnTo>
                    <a:pt x="1353" y="1991"/>
                  </a:lnTo>
                  <a:lnTo>
                    <a:pt x="985" y="651"/>
                  </a:lnTo>
                  <a:lnTo>
                    <a:pt x="920" y="651"/>
                  </a:lnTo>
                  <a:lnTo>
                    <a:pt x="551" y="1991"/>
                  </a:lnTo>
                  <a:lnTo>
                    <a:pt x="525" y="2078"/>
                  </a:lnTo>
                  <a:lnTo>
                    <a:pt x="1" y="2078"/>
                  </a:lnTo>
                  <a:lnTo>
                    <a:pt x="18" y="1991"/>
                  </a:lnTo>
                  <a:lnTo>
                    <a:pt x="369" y="105"/>
                  </a:lnTo>
                  <a:lnTo>
                    <a:pt x="391" y="1"/>
                  </a:lnTo>
                  <a:lnTo>
                    <a:pt x="1514" y="1"/>
                  </a:lnTo>
                  <a:lnTo>
                    <a:pt x="1535" y="105"/>
                  </a:lnTo>
                  <a:lnTo>
                    <a:pt x="1887" y="199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693;p19">
              <a:extLst>
                <a:ext uri="{FF2B5EF4-FFF2-40B4-BE49-F238E27FC236}">
                  <a16:creationId xmlns:a16="http://schemas.microsoft.com/office/drawing/2014/main" id="{1273A474-4537-45A9-B610-65CB4972B05E}"/>
                </a:ext>
              </a:extLst>
            </p:cNvPr>
            <p:cNvSpPr/>
            <p:nvPr/>
          </p:nvSpPr>
          <p:spPr>
            <a:xfrm>
              <a:off x="5923236" y="3309065"/>
              <a:ext cx="180494" cy="16240"/>
            </a:xfrm>
            <a:custGeom>
              <a:avLst/>
              <a:gdLst/>
              <a:ahLst/>
              <a:cxnLst/>
              <a:rect l="l" t="t" r="r" b="b"/>
              <a:pathLst>
                <a:path w="1167" h="105" extrusionOk="0">
                  <a:moveTo>
                    <a:pt x="1166" y="105"/>
                  </a:moveTo>
                  <a:lnTo>
                    <a:pt x="0" y="105"/>
                  </a:lnTo>
                  <a:lnTo>
                    <a:pt x="22" y="1"/>
                  </a:lnTo>
                  <a:lnTo>
                    <a:pt x="114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48" name="Picture 147">
            <a:extLst>
              <a:ext uri="{FF2B5EF4-FFF2-40B4-BE49-F238E27FC236}">
                <a16:creationId xmlns:a16="http://schemas.microsoft.com/office/drawing/2014/main" id="{3C5F282F-DA06-05B9-A1F1-97E449938FE3}"/>
              </a:ext>
            </a:extLst>
          </p:cNvPr>
          <p:cNvPicPr>
            <a:picLocks noChangeAspect="1"/>
          </p:cNvPicPr>
          <p:nvPr/>
        </p:nvPicPr>
        <p:blipFill>
          <a:blip r:embed="rId2"/>
          <a:stretch>
            <a:fillRect/>
          </a:stretch>
        </p:blipFill>
        <p:spPr>
          <a:xfrm rot="897120">
            <a:off x="6103804" y="205911"/>
            <a:ext cx="2297086" cy="4771168"/>
          </a:xfrm>
          <a:prstGeom prst="rect">
            <a:avLst/>
          </a:prstGeom>
        </p:spPr>
      </p:pic>
      <p:pic>
        <p:nvPicPr>
          <p:cNvPr id="295" name="Picture 294">
            <a:extLst>
              <a:ext uri="{FF2B5EF4-FFF2-40B4-BE49-F238E27FC236}">
                <a16:creationId xmlns:a16="http://schemas.microsoft.com/office/drawing/2014/main" id="{B6DBADBD-251C-ED7D-9E80-2CC53BB184D8}"/>
              </a:ext>
            </a:extLst>
          </p:cNvPr>
          <p:cNvPicPr>
            <a:picLocks noChangeAspect="1"/>
          </p:cNvPicPr>
          <p:nvPr/>
        </p:nvPicPr>
        <p:blipFill>
          <a:blip r:embed="rId3"/>
          <a:stretch>
            <a:fillRect/>
          </a:stretch>
        </p:blipFill>
        <p:spPr>
          <a:xfrm>
            <a:off x="134492" y="3917244"/>
            <a:ext cx="1190266" cy="1190266"/>
          </a:xfrm>
          <a:prstGeom prst="rect">
            <a:avLst/>
          </a:prstGeom>
        </p:spPr>
      </p:pic>
      <p:sp>
        <p:nvSpPr>
          <p:cNvPr id="26" name="Google Shape;681;p19">
            <a:extLst>
              <a:ext uri="{FF2B5EF4-FFF2-40B4-BE49-F238E27FC236}">
                <a16:creationId xmlns:a16="http://schemas.microsoft.com/office/drawing/2014/main" id="{A5FFB1AF-4A4E-C8E6-266E-6E0CB221A833}"/>
              </a:ext>
            </a:extLst>
          </p:cNvPr>
          <p:cNvSpPr txBox="1">
            <a:spLocks/>
          </p:cNvSpPr>
          <p:nvPr/>
        </p:nvSpPr>
        <p:spPr>
          <a:xfrm>
            <a:off x="0" y="227454"/>
            <a:ext cx="7018849" cy="103243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Fira Sans Extra Condensed"/>
              <a:buNone/>
              <a:defRPr sz="3600" b="1" i="0" u="none" strike="noStrike" cap="none">
                <a:solidFill>
                  <a:schemeClr val="dk1"/>
                </a:solidFill>
                <a:latin typeface="Fira Sans Extra Condensed"/>
                <a:ea typeface="Fira Sans Extra Condensed"/>
                <a:cs typeface="Fira Sans Extra Condensed"/>
                <a:sym typeface="Fira Sans Extra Condensed"/>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r>
              <a:rPr lang="en-GB" sz="4800" dirty="0">
                <a:solidFill>
                  <a:srgbClr val="FF6D2F"/>
                </a:solidFill>
                <a:latin typeface="UTM Talling" panose="02040603050506020204" pitchFamily="18" charset="0"/>
              </a:rPr>
              <a:t>HƯỚNG PHÁT TRIỂN</a:t>
            </a:r>
          </a:p>
        </p:txBody>
      </p:sp>
      <p:sp>
        <p:nvSpPr>
          <p:cNvPr id="2" name="TextBox 1">
            <a:extLst>
              <a:ext uri="{FF2B5EF4-FFF2-40B4-BE49-F238E27FC236}">
                <a16:creationId xmlns:a16="http://schemas.microsoft.com/office/drawing/2014/main" id="{E8650AA7-5199-315B-1C27-7D5FFCDA8CA0}"/>
              </a:ext>
            </a:extLst>
          </p:cNvPr>
          <p:cNvSpPr txBox="1"/>
          <p:nvPr/>
        </p:nvSpPr>
        <p:spPr>
          <a:xfrm>
            <a:off x="201347" y="1672242"/>
            <a:ext cx="5721890" cy="2246769"/>
          </a:xfrm>
          <a:prstGeom prst="rect">
            <a:avLst/>
          </a:prstGeom>
          <a:noFill/>
        </p:spPr>
        <p:txBody>
          <a:bodyPr wrap="square" rtlCol="0">
            <a:spAutoFit/>
          </a:bodyPr>
          <a:lstStyle/>
          <a:p>
            <a:r>
              <a:rPr lang="vi-VN" sz="1800" noProof="1">
                <a:solidFill>
                  <a:srgbClr val="000000"/>
                </a:solidFill>
                <a:effectLst/>
                <a:latin typeface="Times New Roman" panose="02020603050405020304" pitchFamily="18" charset="0"/>
                <a:ea typeface="Times New Roman" panose="02020603050405020304" pitchFamily="18" charset="0"/>
              </a:rPr>
              <a:t>- Tìm</a:t>
            </a:r>
            <a:r>
              <a:rPr lang="vi-VN" sz="1800" noProof="1">
                <a:latin typeface="Times New Roman" panose="02020603050405020304" pitchFamily="18" charset="0"/>
                <a:ea typeface="Times New Roman" panose="02020603050405020304" pitchFamily="18" charset="0"/>
              </a:rPr>
              <a:t> thêm </a:t>
            </a:r>
            <a:r>
              <a:rPr lang="vi-VN" sz="1800" noProof="1">
                <a:solidFill>
                  <a:srgbClr val="000000"/>
                </a:solidFill>
                <a:effectLst/>
                <a:latin typeface="Times New Roman" panose="02020603050405020304" pitchFamily="18" charset="0"/>
                <a:ea typeface="Times New Roman" panose="02020603050405020304" pitchFamily="18" charset="0"/>
              </a:rPr>
              <a:t>nguồn tài liệu chuẩn TOEIC, chính thống.</a:t>
            </a:r>
          </a:p>
          <a:p>
            <a:r>
              <a:rPr lang="vi-VN" sz="1800" noProof="1">
                <a:solidFill>
                  <a:srgbClr val="000000"/>
                </a:solidFill>
                <a:effectLst/>
                <a:latin typeface="Times New Roman" panose="02020603050405020304" pitchFamily="18" charset="0"/>
                <a:ea typeface="Times New Roman" panose="02020603050405020304" pitchFamily="18" charset="0"/>
              </a:rPr>
              <a:t>- Phát triển thêm nhiều ngôn ngữ khác.</a:t>
            </a:r>
          </a:p>
          <a:p>
            <a:r>
              <a:rPr lang="vi-VN" sz="1800" noProof="1">
                <a:solidFill>
                  <a:srgbClr val="000000"/>
                </a:solidFill>
                <a:effectLst/>
                <a:latin typeface="Times New Roman" panose="02020603050405020304" pitchFamily="18" charset="0"/>
                <a:ea typeface="Times New Roman" panose="02020603050405020304" pitchFamily="18" charset="0"/>
              </a:rPr>
              <a:t>- Tìm kiếm nhà tài trợ để phát triển thêm về mảng marketing cho ứng dụng như tặng voucher cho các bạn đạt top cao, kích thích việc ôn luyện tiếng anh.</a:t>
            </a:r>
          </a:p>
          <a:p>
            <a:r>
              <a:rPr lang="vi-VN" sz="1800" noProof="1">
                <a:solidFill>
                  <a:srgbClr val="000000"/>
                </a:solidFill>
                <a:effectLst/>
                <a:latin typeface="Times New Roman" panose="02020603050405020304" pitchFamily="18" charset="0"/>
                <a:ea typeface="Times New Roman" panose="02020603050405020304" pitchFamily="18" charset="0"/>
              </a:rPr>
              <a:t>- Phát triển và tích hợp thêm công cụ dịch thuật vào ứng dụng</a:t>
            </a:r>
            <a:r>
              <a:rPr lang="vi-VN" sz="1800" noProof="1">
                <a:latin typeface="Times New Roman" panose="02020603050405020304" pitchFamily="18" charset="0"/>
                <a:ea typeface="Times New Roman" panose="02020603050405020304" pitchFamily="18" charset="0"/>
              </a:rPr>
              <a:t> như: dịch văn bản, dịch giọng nói, dịch tài liệu.</a:t>
            </a:r>
            <a:endParaRPr lang="vi-VN" sz="1800" noProof="1">
              <a:effectLst/>
              <a:latin typeface="Times New Roman" panose="02020603050405020304" pitchFamily="18" charset="0"/>
              <a:ea typeface="Times New Roman" panose="02020603050405020304" pitchFamily="18" charset="0"/>
            </a:endParaRPr>
          </a:p>
          <a:p>
            <a:endParaRPr lang="vi-VN" noProof="1"/>
          </a:p>
        </p:txBody>
      </p:sp>
    </p:spTree>
    <p:extLst>
      <p:ext uri="{BB962C8B-B14F-4D97-AF65-F5344CB8AC3E}">
        <p14:creationId xmlns:p14="http://schemas.microsoft.com/office/powerpoint/2010/main" val="38863878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74C88-4565-DEFB-7B99-49F3BBD3AB61}"/>
              </a:ext>
            </a:extLst>
          </p:cNvPr>
          <p:cNvSpPr>
            <a:spLocks noGrp="1"/>
          </p:cNvSpPr>
          <p:nvPr>
            <p:ph type="title"/>
          </p:nvPr>
        </p:nvSpPr>
        <p:spPr/>
        <p:txBody>
          <a:bodyPr/>
          <a:lstStyle/>
          <a:p>
            <a:r>
              <a:rPr lang="en-GB" dirty="0">
                <a:solidFill>
                  <a:schemeClr val="accent2">
                    <a:lumMod val="75000"/>
                  </a:schemeClr>
                </a:solidFill>
              </a:rPr>
              <a:t>XIN CHÂN THÀNH CẢM ƠN</a:t>
            </a:r>
          </a:p>
        </p:txBody>
      </p:sp>
    </p:spTree>
    <p:extLst>
      <p:ext uri="{BB962C8B-B14F-4D97-AF65-F5344CB8AC3E}">
        <p14:creationId xmlns:p14="http://schemas.microsoft.com/office/powerpoint/2010/main" val="2633588017"/>
      </p:ext>
    </p:extLst>
  </p:cSld>
  <p:clrMapOvr>
    <a:masterClrMapping/>
  </p:clrMapOvr>
</p:sld>
</file>

<file path=ppt/theme/theme1.xml><?xml version="1.0" encoding="utf-8"?>
<a:theme xmlns:a="http://schemas.openxmlformats.org/drawingml/2006/main" name="Online Shopping Sales Infographics by Slidesgo">
  <a:themeElements>
    <a:clrScheme name="Simple Light">
      <a:dk1>
        <a:srgbClr val="000000"/>
      </a:dk1>
      <a:lt1>
        <a:srgbClr val="FFFFFF"/>
      </a:lt1>
      <a:dk2>
        <a:srgbClr val="818181"/>
      </a:dk2>
      <a:lt2>
        <a:srgbClr val="E6E6E6"/>
      </a:lt2>
      <a:accent1>
        <a:srgbClr val="00C0F3"/>
      </a:accent1>
      <a:accent2>
        <a:srgbClr val="FF6D2F"/>
      </a:accent2>
      <a:accent3>
        <a:srgbClr val="FBBF10"/>
      </a:accent3>
      <a:accent4>
        <a:srgbClr val="00CC74"/>
      </a:accent4>
      <a:accent5>
        <a:srgbClr val="EF2929"/>
      </a:accent5>
      <a:accent6>
        <a:srgbClr val="165C7F"/>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491</TotalTime>
  <Words>186</Words>
  <Application>Microsoft Office PowerPoint</Application>
  <PresentationFormat>On-screen Show (16:9)</PresentationFormat>
  <Paragraphs>30</Paragraphs>
  <Slides>17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Fira Sans Extra Condensed</vt:lpstr>
      <vt:lpstr>iCielBC Cubano Normal</vt:lpstr>
      <vt:lpstr>UTM Talling</vt:lpstr>
      <vt:lpstr>Times New Roman</vt:lpstr>
      <vt:lpstr>Roboto</vt:lpstr>
      <vt:lpstr>Arial</vt:lpstr>
      <vt:lpstr>Online Shopping Sales Infographics by Slidesgo</vt:lpstr>
      <vt:lpstr>APP HỌC NGÔN NGỮ SUNNYSKY  (LUYỆN THI TIẾNG ANH TOEIC)  TRÊN ANDROID </vt:lpstr>
      <vt:lpstr>DANH SÁCH THÀNH VIÊN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XIN CHÂN THÀNH CẢM ƠN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Xây dựng  Website bán giày  và phụ kiện</dc:title>
  <dc:creator>USER</dc:creator>
  <cp:lastModifiedBy>Đức</cp:lastModifiedBy>
  <cp:revision>19</cp:revision>
  <dcterms:modified xsi:type="dcterms:W3CDTF">2022-09-09T16:10:24Z</dcterms:modified>
</cp:coreProperties>
</file>